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0691813" cy="7559675"/>
  <p:notesSz cx="10691813" cy="7559675"/>
  <p:embeddedFontLst>
    <p:embeddedFont>
      <p:font typeface="EYInterstate-Bold"/>
      <p:bold r:id="rId5"/>
    </p:embeddedFont>
    <p:embeddedFont>
      <p:font typeface="EYInterstate-Light"/>
      <p:regular r:id="rId6"/>
    </p:embeddedFont>
    <p:embeddedFont>
      <p:font typeface="EYInterstate-Regular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8"/>
  </p:normalViewPr>
  <p:slideViewPr>
    <p:cSldViewPr snapToGrid="0">
      <p:cViewPr>
        <p:scale>
          <a:sx n="182" d="100"/>
          <a:sy n="182" d="100"/>
        </p:scale>
        <p:origin x="-291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ableStyles" Target="tableStyles.xml"/><Relationship Id="rId5" Type="http://schemas.openxmlformats.org/officeDocument/2006/relationships/font" Target="fonts/font1.fntdata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://ey.com/privacy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100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0199" y="3459879"/>
            <a:ext cx="10002328" cy="1362673"/>
          </a:xfrm>
          <a:prstGeom prst="rect">
            <a:avLst/>
          </a:prstGeom>
          <a:noFill/>
        </p:spPr>
      </p:pic>
      <p:sp>
        <p:nvSpPr>
          <p:cNvPr id="101" name="Freeform 101"/>
          <p:cNvSpPr/>
          <p:nvPr/>
        </p:nvSpPr>
        <p:spPr>
          <a:xfrm>
            <a:off x="717550" y="4112745"/>
            <a:ext cx="0" cy="518960"/>
          </a:xfrm>
          <a:custGeom>
            <a:avLst/>
            <a:gdLst/>
            <a:ahLst/>
            <a:cxnLst/>
            <a:rect l="0" t="0" r="0" b="0"/>
            <a:pathLst>
              <a:path h="518960">
                <a:moveTo>
                  <a:pt x="0" y="518960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2" name="Freeform 102"/>
          <p:cNvSpPr/>
          <p:nvPr/>
        </p:nvSpPr>
        <p:spPr>
          <a:xfrm>
            <a:off x="2310700" y="4112745"/>
            <a:ext cx="0" cy="518960"/>
          </a:xfrm>
          <a:custGeom>
            <a:avLst/>
            <a:gdLst/>
            <a:ahLst/>
            <a:cxnLst/>
            <a:rect l="0" t="0" r="0" b="0"/>
            <a:pathLst>
              <a:path h="518960">
                <a:moveTo>
                  <a:pt x="0" y="518960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4" name="Freeform 104"/>
          <p:cNvSpPr/>
          <p:nvPr/>
        </p:nvSpPr>
        <p:spPr>
          <a:xfrm>
            <a:off x="717550" y="4814569"/>
            <a:ext cx="0" cy="884961"/>
          </a:xfrm>
          <a:custGeom>
            <a:avLst/>
            <a:gdLst/>
            <a:ahLst/>
            <a:cxnLst/>
            <a:rect l="0" t="0" r="0" b="0"/>
            <a:pathLst>
              <a:path h="884961">
                <a:moveTo>
                  <a:pt x="0" y="884961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5" name="Freeform 105"/>
          <p:cNvSpPr/>
          <p:nvPr/>
        </p:nvSpPr>
        <p:spPr>
          <a:xfrm>
            <a:off x="2310700" y="4814569"/>
            <a:ext cx="0" cy="884961"/>
          </a:xfrm>
          <a:custGeom>
            <a:avLst/>
            <a:gdLst/>
            <a:ahLst/>
            <a:cxnLst/>
            <a:rect l="0" t="0" r="0" b="0"/>
            <a:pathLst>
              <a:path h="884961">
                <a:moveTo>
                  <a:pt x="0" y="884961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6" name="Freeform 106"/>
          <p:cNvSpPr/>
          <p:nvPr/>
        </p:nvSpPr>
        <p:spPr>
          <a:xfrm>
            <a:off x="9232200" y="4814569"/>
            <a:ext cx="0" cy="884961"/>
          </a:xfrm>
          <a:custGeom>
            <a:avLst/>
            <a:gdLst/>
            <a:ahLst/>
            <a:cxnLst/>
            <a:rect l="0" t="0" r="0" b="0"/>
            <a:pathLst>
              <a:path h="884961">
                <a:moveTo>
                  <a:pt x="0" y="884961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7" name="Freeform 107"/>
          <p:cNvSpPr/>
          <p:nvPr/>
        </p:nvSpPr>
        <p:spPr>
          <a:xfrm>
            <a:off x="717550" y="5705887"/>
            <a:ext cx="0" cy="849604"/>
          </a:xfrm>
          <a:custGeom>
            <a:avLst/>
            <a:gdLst/>
            <a:ahLst/>
            <a:cxnLst/>
            <a:rect l="0" t="0" r="0" b="0"/>
            <a:pathLst>
              <a:path h="849604">
                <a:moveTo>
                  <a:pt x="0" y="8496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8" name="Freeform 108"/>
          <p:cNvSpPr/>
          <p:nvPr/>
        </p:nvSpPr>
        <p:spPr>
          <a:xfrm>
            <a:off x="2310700" y="5705887"/>
            <a:ext cx="0" cy="849604"/>
          </a:xfrm>
          <a:custGeom>
            <a:avLst/>
            <a:gdLst/>
            <a:ahLst/>
            <a:cxnLst/>
            <a:rect l="0" t="0" r="0" b="0"/>
            <a:pathLst>
              <a:path h="849604">
                <a:moveTo>
                  <a:pt x="0" y="8496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9" name="Freeform 109"/>
          <p:cNvSpPr/>
          <p:nvPr/>
        </p:nvSpPr>
        <p:spPr>
          <a:xfrm>
            <a:off x="9232200" y="5705887"/>
            <a:ext cx="0" cy="849604"/>
          </a:xfrm>
          <a:custGeom>
            <a:avLst/>
            <a:gdLst/>
            <a:ahLst/>
            <a:cxnLst/>
            <a:rect l="0" t="0" r="0" b="0"/>
            <a:pathLst>
              <a:path h="849604">
                <a:moveTo>
                  <a:pt x="0" y="8496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0" name="Freeform 110"/>
          <p:cNvSpPr/>
          <p:nvPr/>
        </p:nvSpPr>
        <p:spPr>
          <a:xfrm>
            <a:off x="717550" y="3533138"/>
            <a:ext cx="0" cy="401802"/>
          </a:xfrm>
          <a:custGeom>
            <a:avLst/>
            <a:gdLst/>
            <a:ahLst/>
            <a:cxnLst/>
            <a:rect l="0" t="0" r="0" b="0"/>
            <a:pathLst>
              <a:path h="401802">
                <a:moveTo>
                  <a:pt x="0" y="401802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1" name="Freeform 111"/>
          <p:cNvSpPr/>
          <p:nvPr/>
        </p:nvSpPr>
        <p:spPr>
          <a:xfrm>
            <a:off x="2310700" y="3533138"/>
            <a:ext cx="0" cy="401802"/>
          </a:xfrm>
          <a:custGeom>
            <a:avLst/>
            <a:gdLst/>
            <a:ahLst/>
            <a:cxnLst/>
            <a:rect l="0" t="0" r="0" b="0"/>
            <a:pathLst>
              <a:path h="401802">
                <a:moveTo>
                  <a:pt x="0" y="401802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3" name="Freeform 113"/>
          <p:cNvSpPr/>
          <p:nvPr/>
        </p:nvSpPr>
        <p:spPr>
          <a:xfrm>
            <a:off x="717550" y="6561846"/>
            <a:ext cx="0" cy="636879"/>
          </a:xfrm>
          <a:custGeom>
            <a:avLst/>
            <a:gdLst/>
            <a:ahLst/>
            <a:cxnLst/>
            <a:rect l="0" t="0" r="0" b="0"/>
            <a:pathLst>
              <a:path h="636879">
                <a:moveTo>
                  <a:pt x="0" y="636879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4" name="Freeform 114"/>
          <p:cNvSpPr/>
          <p:nvPr/>
        </p:nvSpPr>
        <p:spPr>
          <a:xfrm>
            <a:off x="2310700" y="6561846"/>
            <a:ext cx="0" cy="636879"/>
          </a:xfrm>
          <a:custGeom>
            <a:avLst/>
            <a:gdLst/>
            <a:ahLst/>
            <a:cxnLst/>
            <a:rect l="0" t="0" r="0" b="0"/>
            <a:pathLst>
              <a:path h="636879">
                <a:moveTo>
                  <a:pt x="0" y="636879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5" name="Freeform 115"/>
          <p:cNvSpPr/>
          <p:nvPr/>
        </p:nvSpPr>
        <p:spPr>
          <a:xfrm>
            <a:off x="9232200" y="6561846"/>
            <a:ext cx="0" cy="636879"/>
          </a:xfrm>
          <a:custGeom>
            <a:avLst/>
            <a:gdLst/>
            <a:ahLst/>
            <a:cxnLst/>
            <a:rect l="0" t="0" r="0" b="0"/>
            <a:pathLst>
              <a:path h="636879">
                <a:moveTo>
                  <a:pt x="0" y="636879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6" name="Freeform 116"/>
          <p:cNvSpPr/>
          <p:nvPr/>
        </p:nvSpPr>
        <p:spPr>
          <a:xfrm>
            <a:off x="355600" y="5702705"/>
            <a:ext cx="361950" cy="0"/>
          </a:xfrm>
          <a:custGeom>
            <a:avLst/>
            <a:gdLst/>
            <a:ahLst/>
            <a:cxnLst/>
            <a:rect l="0" t="0" r="0" b="0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7" name="Freeform 117"/>
          <p:cNvSpPr/>
          <p:nvPr/>
        </p:nvSpPr>
        <p:spPr>
          <a:xfrm>
            <a:off x="717550" y="5702705"/>
            <a:ext cx="1593151" cy="0"/>
          </a:xfrm>
          <a:custGeom>
            <a:avLst/>
            <a:gdLst/>
            <a:ahLst/>
            <a:cxnLst/>
            <a:rect l="0" t="0" r="0" b="0"/>
            <a:pathLst>
              <a:path w="1593151">
                <a:moveTo>
                  <a:pt x="0" y="0"/>
                </a:moveTo>
                <a:lnTo>
                  <a:pt x="1593151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8" name="Freeform 118"/>
          <p:cNvSpPr/>
          <p:nvPr/>
        </p:nvSpPr>
        <p:spPr>
          <a:xfrm>
            <a:off x="2310700" y="5702705"/>
            <a:ext cx="6921500" cy="0"/>
          </a:xfrm>
          <a:custGeom>
            <a:avLst/>
            <a:gdLst/>
            <a:ahLst/>
            <a:cxnLst/>
            <a:rect l="0" t="0" r="0" b="0"/>
            <a:pathLst>
              <a:path w="6921500">
                <a:moveTo>
                  <a:pt x="0" y="0"/>
                </a:moveTo>
                <a:lnTo>
                  <a:pt x="692150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9" name="Freeform 119"/>
          <p:cNvSpPr/>
          <p:nvPr/>
        </p:nvSpPr>
        <p:spPr>
          <a:xfrm>
            <a:off x="9232200" y="5702705"/>
            <a:ext cx="1100327" cy="0"/>
          </a:xfrm>
          <a:custGeom>
            <a:avLst/>
            <a:gdLst/>
            <a:ahLst/>
            <a:cxnLst/>
            <a:rect l="0" t="0" r="0" b="0"/>
            <a:pathLst>
              <a:path w="1100327">
                <a:moveTo>
                  <a:pt x="0" y="0"/>
                </a:moveTo>
                <a:lnTo>
                  <a:pt x="1100327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0" name="Freeform 120"/>
          <p:cNvSpPr/>
          <p:nvPr/>
        </p:nvSpPr>
        <p:spPr>
          <a:xfrm>
            <a:off x="355600" y="6558666"/>
            <a:ext cx="361950" cy="0"/>
          </a:xfrm>
          <a:custGeom>
            <a:avLst/>
            <a:gdLst/>
            <a:ahLst/>
            <a:cxnLst/>
            <a:rect l="0" t="0" r="0" b="0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1" name="Freeform 121"/>
          <p:cNvSpPr/>
          <p:nvPr/>
        </p:nvSpPr>
        <p:spPr>
          <a:xfrm>
            <a:off x="717550" y="6558666"/>
            <a:ext cx="1593151" cy="0"/>
          </a:xfrm>
          <a:custGeom>
            <a:avLst/>
            <a:gdLst/>
            <a:ahLst/>
            <a:cxnLst/>
            <a:rect l="0" t="0" r="0" b="0"/>
            <a:pathLst>
              <a:path w="1593151">
                <a:moveTo>
                  <a:pt x="0" y="0"/>
                </a:moveTo>
                <a:lnTo>
                  <a:pt x="1593151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2" name="Freeform 122"/>
          <p:cNvSpPr/>
          <p:nvPr/>
        </p:nvSpPr>
        <p:spPr>
          <a:xfrm>
            <a:off x="2310700" y="6558666"/>
            <a:ext cx="6921500" cy="0"/>
          </a:xfrm>
          <a:custGeom>
            <a:avLst/>
            <a:gdLst/>
            <a:ahLst/>
            <a:cxnLst/>
            <a:rect l="0" t="0" r="0" b="0"/>
            <a:pathLst>
              <a:path w="6921500">
                <a:moveTo>
                  <a:pt x="0" y="0"/>
                </a:moveTo>
                <a:lnTo>
                  <a:pt x="692150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3" name="Freeform 123"/>
          <p:cNvSpPr/>
          <p:nvPr/>
        </p:nvSpPr>
        <p:spPr>
          <a:xfrm>
            <a:off x="9232200" y="6558666"/>
            <a:ext cx="1100327" cy="0"/>
          </a:xfrm>
          <a:custGeom>
            <a:avLst/>
            <a:gdLst/>
            <a:ahLst/>
            <a:cxnLst/>
            <a:rect l="0" t="0" r="0" b="0"/>
            <a:pathLst>
              <a:path w="1100327">
                <a:moveTo>
                  <a:pt x="0" y="0"/>
                </a:moveTo>
                <a:lnTo>
                  <a:pt x="1100327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6" name="Freeform 126"/>
          <p:cNvSpPr/>
          <p:nvPr/>
        </p:nvSpPr>
        <p:spPr>
          <a:xfrm>
            <a:off x="9618624" y="5018253"/>
            <a:ext cx="152400" cy="147802"/>
          </a:xfrm>
          <a:custGeom>
            <a:avLst/>
            <a:gdLst/>
            <a:ahLst/>
            <a:cxnLst/>
            <a:rect l="0" t="0" r="0" b="0"/>
            <a:pathLst>
              <a:path w="152400" h="147802">
                <a:moveTo>
                  <a:pt x="0" y="147802"/>
                </a:moveTo>
                <a:lnTo>
                  <a:pt x="152400" y="147802"/>
                </a:lnTo>
                <a:lnTo>
                  <a:pt x="152400" y="0"/>
                </a:lnTo>
                <a:lnTo>
                  <a:pt x="0" y="0"/>
                </a:lnTo>
                <a:lnTo>
                  <a:pt x="0" y="147802"/>
                </a:lnTo>
                <a:close/>
              </a:path>
            </a:pathLst>
          </a:custGeom>
          <a:noFill/>
          <a:ln w="12700" cap="flat" cmpd="sng">
            <a:solidFill>
              <a:srgbClr val="5D6772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7" name="Freeform 127"/>
          <p:cNvSpPr/>
          <p:nvPr/>
        </p:nvSpPr>
        <p:spPr>
          <a:xfrm>
            <a:off x="9621164" y="5349672"/>
            <a:ext cx="152400" cy="147803"/>
          </a:xfrm>
          <a:custGeom>
            <a:avLst/>
            <a:gdLst/>
            <a:ahLst/>
            <a:cxnLst/>
            <a:rect l="0" t="0" r="0" b="0"/>
            <a:pathLst>
              <a:path w="152400" h="147803">
                <a:moveTo>
                  <a:pt x="0" y="147803"/>
                </a:moveTo>
                <a:lnTo>
                  <a:pt x="152400" y="147803"/>
                </a:lnTo>
                <a:lnTo>
                  <a:pt x="152400" y="0"/>
                </a:lnTo>
                <a:lnTo>
                  <a:pt x="0" y="0"/>
                </a:lnTo>
                <a:lnTo>
                  <a:pt x="0" y="147803"/>
                </a:lnTo>
                <a:close/>
              </a:path>
            </a:pathLst>
          </a:custGeom>
          <a:noFill/>
          <a:ln w="12700" cap="flat" cmpd="sng">
            <a:solidFill>
              <a:srgbClr val="5D6772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8" name="Freeform 128"/>
          <p:cNvSpPr/>
          <p:nvPr/>
        </p:nvSpPr>
        <p:spPr>
          <a:xfrm>
            <a:off x="9619551" y="5907253"/>
            <a:ext cx="152400" cy="147802"/>
          </a:xfrm>
          <a:custGeom>
            <a:avLst/>
            <a:gdLst/>
            <a:ahLst/>
            <a:cxnLst/>
            <a:rect l="0" t="0" r="0" b="0"/>
            <a:pathLst>
              <a:path w="152400" h="147802">
                <a:moveTo>
                  <a:pt x="0" y="147802"/>
                </a:moveTo>
                <a:lnTo>
                  <a:pt x="152400" y="147802"/>
                </a:lnTo>
                <a:lnTo>
                  <a:pt x="152400" y="0"/>
                </a:lnTo>
                <a:lnTo>
                  <a:pt x="0" y="0"/>
                </a:lnTo>
                <a:lnTo>
                  <a:pt x="0" y="147802"/>
                </a:lnTo>
                <a:close/>
              </a:path>
            </a:pathLst>
          </a:custGeom>
          <a:noFill/>
          <a:ln w="12700" cap="flat" cmpd="sng">
            <a:solidFill>
              <a:srgbClr val="5D6772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9" name="Freeform 129"/>
          <p:cNvSpPr/>
          <p:nvPr/>
        </p:nvSpPr>
        <p:spPr>
          <a:xfrm>
            <a:off x="9621164" y="6224753"/>
            <a:ext cx="152400" cy="147802"/>
          </a:xfrm>
          <a:custGeom>
            <a:avLst/>
            <a:gdLst/>
            <a:ahLst/>
            <a:cxnLst/>
            <a:rect l="0" t="0" r="0" b="0"/>
            <a:pathLst>
              <a:path w="152400" h="147802">
                <a:moveTo>
                  <a:pt x="0" y="147802"/>
                </a:moveTo>
                <a:lnTo>
                  <a:pt x="152400" y="147802"/>
                </a:lnTo>
                <a:lnTo>
                  <a:pt x="152400" y="0"/>
                </a:lnTo>
                <a:lnTo>
                  <a:pt x="0" y="0"/>
                </a:lnTo>
                <a:lnTo>
                  <a:pt x="0" y="147802"/>
                </a:lnTo>
                <a:close/>
              </a:path>
            </a:pathLst>
          </a:custGeom>
          <a:noFill/>
          <a:ln w="12700" cap="flat" cmpd="sng">
            <a:solidFill>
              <a:srgbClr val="5D6772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0" name="Freeform 130"/>
          <p:cNvSpPr/>
          <p:nvPr/>
        </p:nvSpPr>
        <p:spPr>
          <a:xfrm>
            <a:off x="9618624" y="6651828"/>
            <a:ext cx="152400" cy="147803"/>
          </a:xfrm>
          <a:custGeom>
            <a:avLst/>
            <a:gdLst/>
            <a:ahLst/>
            <a:cxnLst/>
            <a:rect l="0" t="0" r="0" b="0"/>
            <a:pathLst>
              <a:path w="152400" h="147803">
                <a:moveTo>
                  <a:pt x="0" y="147803"/>
                </a:moveTo>
                <a:lnTo>
                  <a:pt x="152400" y="147803"/>
                </a:lnTo>
                <a:lnTo>
                  <a:pt x="152400" y="0"/>
                </a:lnTo>
                <a:lnTo>
                  <a:pt x="0" y="0"/>
                </a:lnTo>
                <a:lnTo>
                  <a:pt x="0" y="147803"/>
                </a:lnTo>
                <a:close/>
              </a:path>
            </a:pathLst>
          </a:custGeom>
          <a:noFill/>
          <a:ln w="12700" cap="flat" cmpd="sng">
            <a:solidFill>
              <a:srgbClr val="5D6772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1" name="Freeform 131"/>
          <p:cNvSpPr/>
          <p:nvPr/>
        </p:nvSpPr>
        <p:spPr>
          <a:xfrm>
            <a:off x="9621164" y="6995948"/>
            <a:ext cx="152400" cy="147802"/>
          </a:xfrm>
          <a:custGeom>
            <a:avLst/>
            <a:gdLst/>
            <a:ahLst/>
            <a:cxnLst/>
            <a:rect l="0" t="0" r="0" b="0"/>
            <a:pathLst>
              <a:path w="152400" h="147802">
                <a:moveTo>
                  <a:pt x="0" y="147802"/>
                </a:moveTo>
                <a:lnTo>
                  <a:pt x="152400" y="147802"/>
                </a:lnTo>
                <a:lnTo>
                  <a:pt x="152400" y="0"/>
                </a:lnTo>
                <a:lnTo>
                  <a:pt x="0" y="0"/>
                </a:lnTo>
                <a:lnTo>
                  <a:pt x="0" y="147802"/>
                </a:lnTo>
                <a:close/>
              </a:path>
            </a:pathLst>
          </a:custGeom>
          <a:noFill/>
          <a:ln w="12700" cap="flat" cmpd="sng">
            <a:solidFill>
              <a:srgbClr val="5D6772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2" name="Freeform 132"/>
          <p:cNvSpPr/>
          <p:nvPr/>
        </p:nvSpPr>
        <p:spPr>
          <a:xfrm>
            <a:off x="9489612" y="355606"/>
            <a:ext cx="713651" cy="260464"/>
          </a:xfrm>
          <a:custGeom>
            <a:avLst/>
            <a:gdLst/>
            <a:ahLst/>
            <a:cxnLst/>
            <a:rect l="0" t="0" r="0" b="0"/>
            <a:pathLst>
              <a:path w="713651" h="260464">
                <a:moveTo>
                  <a:pt x="713651" y="0"/>
                </a:moveTo>
                <a:lnTo>
                  <a:pt x="0" y="260464"/>
                </a:lnTo>
                <a:lnTo>
                  <a:pt x="713651" y="134404"/>
                </a:lnTo>
                <a:close/>
                <a:moveTo>
                  <a:pt x="713651" y="0"/>
                </a:moveTo>
              </a:path>
            </a:pathLst>
          </a:custGeom>
          <a:solidFill>
            <a:srgbClr val="FFD527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3" name="Picture 133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83149" y="711651"/>
            <a:ext cx="624547" cy="386397"/>
          </a:xfrm>
          <a:prstGeom prst="rect">
            <a:avLst/>
          </a:prstGeom>
          <a:noFill/>
        </p:spPr>
      </p:pic>
      <p:pic>
        <p:nvPicPr>
          <p:cNvPr id="134" name="Picture 134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243696" y="1207044"/>
            <a:ext cx="1105407" cy="298780"/>
          </a:xfrm>
          <a:prstGeom prst="rect">
            <a:avLst/>
          </a:prstGeom>
          <a:noFill/>
        </p:spPr>
      </p:pic>
      <p:sp>
        <p:nvSpPr>
          <p:cNvPr id="135" name="Freeform 135"/>
          <p:cNvSpPr/>
          <p:nvPr/>
        </p:nvSpPr>
        <p:spPr>
          <a:xfrm>
            <a:off x="356341" y="2750250"/>
            <a:ext cx="71170" cy="71170"/>
          </a:xfrm>
          <a:custGeom>
            <a:avLst/>
            <a:gdLst/>
            <a:ahLst/>
            <a:cxnLst/>
            <a:rect l="0" t="0" r="0" b="0"/>
            <a:pathLst>
              <a:path w="71170" h="71170">
                <a:moveTo>
                  <a:pt x="71170" y="0"/>
                </a:moveTo>
                <a:lnTo>
                  <a:pt x="0" y="0"/>
                </a:lnTo>
                <a:lnTo>
                  <a:pt x="0" y="71170"/>
                </a:lnTo>
                <a:lnTo>
                  <a:pt x="71170" y="71170"/>
                </a:lnTo>
                <a:close/>
                <a:moveTo>
                  <a:pt x="71170" y="0"/>
                </a:moveTo>
              </a:path>
            </a:pathLst>
          </a:custGeom>
          <a:solidFill>
            <a:srgbClr val="FFD527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6" name="Freeform 136"/>
          <p:cNvSpPr/>
          <p:nvPr/>
        </p:nvSpPr>
        <p:spPr>
          <a:xfrm>
            <a:off x="498684" y="2750250"/>
            <a:ext cx="71170" cy="71170"/>
          </a:xfrm>
          <a:custGeom>
            <a:avLst/>
            <a:gdLst/>
            <a:ahLst/>
            <a:cxnLst/>
            <a:rect l="0" t="0" r="0" b="0"/>
            <a:pathLst>
              <a:path w="71170" h="71170">
                <a:moveTo>
                  <a:pt x="71170" y="0"/>
                </a:moveTo>
                <a:lnTo>
                  <a:pt x="0" y="0"/>
                </a:lnTo>
                <a:lnTo>
                  <a:pt x="0" y="71170"/>
                </a:lnTo>
                <a:lnTo>
                  <a:pt x="71170" y="71170"/>
                </a:lnTo>
                <a:close/>
                <a:moveTo>
                  <a:pt x="71170" y="0"/>
                </a:moveTo>
              </a:path>
            </a:pathLst>
          </a:custGeom>
          <a:solidFill>
            <a:srgbClr val="FFD527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7" name="Freeform 137"/>
          <p:cNvSpPr/>
          <p:nvPr/>
        </p:nvSpPr>
        <p:spPr>
          <a:xfrm>
            <a:off x="641028" y="2750250"/>
            <a:ext cx="71170" cy="71170"/>
          </a:xfrm>
          <a:custGeom>
            <a:avLst/>
            <a:gdLst/>
            <a:ahLst/>
            <a:cxnLst/>
            <a:rect l="0" t="0" r="0" b="0"/>
            <a:pathLst>
              <a:path w="71170" h="71170">
                <a:moveTo>
                  <a:pt x="71170" y="0"/>
                </a:moveTo>
                <a:lnTo>
                  <a:pt x="0" y="0"/>
                </a:lnTo>
                <a:lnTo>
                  <a:pt x="0" y="71170"/>
                </a:lnTo>
                <a:lnTo>
                  <a:pt x="71170" y="71170"/>
                </a:lnTo>
                <a:close/>
                <a:moveTo>
                  <a:pt x="71170" y="0"/>
                </a:moveTo>
              </a:path>
            </a:pathLst>
          </a:custGeom>
          <a:solidFill>
            <a:srgbClr val="FFD527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8" name="Freeform 138"/>
          <p:cNvSpPr/>
          <p:nvPr/>
        </p:nvSpPr>
        <p:spPr>
          <a:xfrm>
            <a:off x="355603" y="2915990"/>
            <a:ext cx="69227" cy="94449"/>
          </a:xfrm>
          <a:custGeom>
            <a:avLst/>
            <a:gdLst/>
            <a:ahLst/>
            <a:cxnLst/>
            <a:rect l="0" t="0" r="0" b="0"/>
            <a:pathLst>
              <a:path w="69227" h="94449">
                <a:moveTo>
                  <a:pt x="41694" y="13893"/>
                </a:moveTo>
                <a:lnTo>
                  <a:pt x="41694" y="94449"/>
                </a:lnTo>
                <a:lnTo>
                  <a:pt x="27534" y="94449"/>
                </a:lnTo>
                <a:lnTo>
                  <a:pt x="27534" y="13893"/>
                </a:lnTo>
                <a:lnTo>
                  <a:pt x="0" y="13893"/>
                </a:lnTo>
                <a:lnTo>
                  <a:pt x="0" y="0"/>
                </a:lnTo>
                <a:lnTo>
                  <a:pt x="69227" y="0"/>
                </a:lnTo>
                <a:lnTo>
                  <a:pt x="69227" y="13893"/>
                </a:lnTo>
                <a:close/>
                <a:moveTo>
                  <a:pt x="41694" y="13893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9" name="Freeform 139"/>
          <p:cNvSpPr/>
          <p:nvPr/>
        </p:nvSpPr>
        <p:spPr>
          <a:xfrm>
            <a:off x="436692" y="2912096"/>
            <a:ext cx="56908" cy="98348"/>
          </a:xfrm>
          <a:custGeom>
            <a:avLst/>
            <a:gdLst/>
            <a:ahLst/>
            <a:cxnLst/>
            <a:rect l="0" t="0" r="0" b="0"/>
            <a:pathLst>
              <a:path w="56908" h="98348">
                <a:moveTo>
                  <a:pt x="43002" y="98348"/>
                </a:moveTo>
                <a:lnTo>
                  <a:pt x="43002" y="58305"/>
                </a:lnTo>
                <a:cubicBezTo>
                  <a:pt x="43002" y="51752"/>
                  <a:pt x="41847" y="46875"/>
                  <a:pt x="39510" y="43675"/>
                </a:cubicBezTo>
                <a:cubicBezTo>
                  <a:pt x="37186" y="40475"/>
                  <a:pt x="33503" y="38874"/>
                  <a:pt x="28448" y="38874"/>
                </a:cubicBezTo>
                <a:cubicBezTo>
                  <a:pt x="26289" y="38874"/>
                  <a:pt x="24308" y="39217"/>
                  <a:pt x="22492" y="39916"/>
                </a:cubicBezTo>
                <a:cubicBezTo>
                  <a:pt x="20663" y="40627"/>
                  <a:pt x="19101" y="41783"/>
                  <a:pt x="17818" y="43408"/>
                </a:cubicBezTo>
                <a:cubicBezTo>
                  <a:pt x="16510" y="45034"/>
                  <a:pt x="15545" y="46952"/>
                  <a:pt x="14885" y="49149"/>
                </a:cubicBezTo>
                <a:cubicBezTo>
                  <a:pt x="14224" y="51346"/>
                  <a:pt x="13894" y="53924"/>
                  <a:pt x="13894" y="56921"/>
                </a:cubicBezTo>
                <a:lnTo>
                  <a:pt x="13894" y="98348"/>
                </a:lnTo>
                <a:lnTo>
                  <a:pt x="0" y="98348"/>
                </a:lnTo>
                <a:lnTo>
                  <a:pt x="0" y="7315"/>
                </a:lnTo>
                <a:lnTo>
                  <a:pt x="13894" y="0"/>
                </a:lnTo>
                <a:lnTo>
                  <a:pt x="13894" y="34252"/>
                </a:lnTo>
                <a:cubicBezTo>
                  <a:pt x="14770" y="32982"/>
                  <a:pt x="15850" y="31826"/>
                  <a:pt x="17120" y="30797"/>
                </a:cubicBezTo>
                <a:cubicBezTo>
                  <a:pt x="18403" y="29768"/>
                  <a:pt x="19800" y="28905"/>
                  <a:pt x="21336" y="28194"/>
                </a:cubicBezTo>
                <a:cubicBezTo>
                  <a:pt x="22873" y="27495"/>
                  <a:pt x="24524" y="26962"/>
                  <a:pt x="26277" y="26581"/>
                </a:cubicBezTo>
                <a:cubicBezTo>
                  <a:pt x="28029" y="26213"/>
                  <a:pt x="29833" y="26022"/>
                  <a:pt x="31674" y="26022"/>
                </a:cubicBezTo>
                <a:cubicBezTo>
                  <a:pt x="35929" y="26022"/>
                  <a:pt x="39624" y="26708"/>
                  <a:pt x="42736" y="28067"/>
                </a:cubicBezTo>
                <a:cubicBezTo>
                  <a:pt x="45859" y="29426"/>
                  <a:pt x="48488" y="31432"/>
                  <a:pt x="50609" y="34099"/>
                </a:cubicBezTo>
                <a:cubicBezTo>
                  <a:pt x="52742" y="36754"/>
                  <a:pt x="54330" y="40132"/>
                  <a:pt x="55359" y="44234"/>
                </a:cubicBezTo>
                <a:cubicBezTo>
                  <a:pt x="56387" y="48336"/>
                  <a:pt x="56908" y="52857"/>
                  <a:pt x="56908" y="57772"/>
                </a:cubicBezTo>
                <a:lnTo>
                  <a:pt x="56908" y="98348"/>
                </a:lnTo>
                <a:close/>
                <a:moveTo>
                  <a:pt x="43002" y="98348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40" name="Picture 140"/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4731" y="2925415"/>
            <a:ext cx="86271" cy="99237"/>
          </a:xfrm>
          <a:prstGeom prst="rect">
            <a:avLst/>
          </a:prstGeom>
          <a:noFill/>
        </p:spPr>
      </p:pic>
      <p:pic>
        <p:nvPicPr>
          <p:cNvPr id="141" name="Picture 141"/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3956" y="2899399"/>
            <a:ext cx="145343" cy="126706"/>
          </a:xfrm>
          <a:prstGeom prst="rect">
            <a:avLst/>
          </a:prstGeom>
          <a:noFill/>
        </p:spPr>
      </p:pic>
      <p:sp>
        <p:nvSpPr>
          <p:cNvPr id="142" name="Freeform 142"/>
          <p:cNvSpPr/>
          <p:nvPr/>
        </p:nvSpPr>
        <p:spPr>
          <a:xfrm>
            <a:off x="756034" y="2912095"/>
            <a:ext cx="41236" cy="99859"/>
          </a:xfrm>
          <a:custGeom>
            <a:avLst/>
            <a:gdLst/>
            <a:ahLst/>
            <a:cxnLst/>
            <a:rect l="0" t="0" r="0" b="0"/>
            <a:pathLst>
              <a:path w="41236" h="99859">
                <a:moveTo>
                  <a:pt x="39662" y="96570"/>
                </a:moveTo>
                <a:cubicBezTo>
                  <a:pt x="37948" y="97535"/>
                  <a:pt x="35929" y="98335"/>
                  <a:pt x="33630" y="98944"/>
                </a:cubicBezTo>
                <a:cubicBezTo>
                  <a:pt x="31319" y="99554"/>
                  <a:pt x="28791" y="99859"/>
                  <a:pt x="26023" y="99859"/>
                </a:cubicBezTo>
                <a:cubicBezTo>
                  <a:pt x="23610" y="99859"/>
                  <a:pt x="21489" y="99529"/>
                  <a:pt x="19660" y="98843"/>
                </a:cubicBezTo>
                <a:cubicBezTo>
                  <a:pt x="17844" y="98157"/>
                  <a:pt x="16180" y="97090"/>
                  <a:pt x="14694" y="95618"/>
                </a:cubicBezTo>
                <a:cubicBezTo>
                  <a:pt x="13208" y="94145"/>
                  <a:pt x="12065" y="92214"/>
                  <a:pt x="11265" y="89814"/>
                </a:cubicBezTo>
                <a:cubicBezTo>
                  <a:pt x="10478" y="87426"/>
                  <a:pt x="10084" y="84518"/>
                  <a:pt x="10084" y="81089"/>
                </a:cubicBezTo>
                <a:lnTo>
                  <a:pt x="10084" y="40182"/>
                </a:lnTo>
                <a:lnTo>
                  <a:pt x="0" y="40182"/>
                </a:lnTo>
                <a:lnTo>
                  <a:pt x="0" y="27546"/>
                </a:lnTo>
                <a:lnTo>
                  <a:pt x="10084" y="27546"/>
                </a:lnTo>
                <a:lnTo>
                  <a:pt x="10084" y="7315"/>
                </a:lnTo>
                <a:lnTo>
                  <a:pt x="23724" y="0"/>
                </a:lnTo>
                <a:lnTo>
                  <a:pt x="23724" y="27546"/>
                </a:lnTo>
                <a:lnTo>
                  <a:pt x="41236" y="27546"/>
                </a:lnTo>
                <a:lnTo>
                  <a:pt x="41236" y="40182"/>
                </a:lnTo>
                <a:lnTo>
                  <a:pt x="23724" y="40182"/>
                </a:lnTo>
                <a:lnTo>
                  <a:pt x="23724" y="78651"/>
                </a:lnTo>
                <a:cubicBezTo>
                  <a:pt x="23724" y="80327"/>
                  <a:pt x="23864" y="81699"/>
                  <a:pt x="24143" y="82766"/>
                </a:cubicBezTo>
                <a:cubicBezTo>
                  <a:pt x="24422" y="83845"/>
                  <a:pt x="24867" y="84721"/>
                  <a:pt x="25464" y="85369"/>
                </a:cubicBezTo>
                <a:cubicBezTo>
                  <a:pt x="26061" y="86030"/>
                  <a:pt x="26810" y="86487"/>
                  <a:pt x="27737" y="86753"/>
                </a:cubicBezTo>
                <a:cubicBezTo>
                  <a:pt x="28664" y="87020"/>
                  <a:pt x="29744" y="87147"/>
                  <a:pt x="31026" y="87147"/>
                </a:cubicBezTo>
                <a:cubicBezTo>
                  <a:pt x="32830" y="87147"/>
                  <a:pt x="34659" y="86868"/>
                  <a:pt x="36526" y="86296"/>
                </a:cubicBezTo>
                <a:cubicBezTo>
                  <a:pt x="38392" y="85725"/>
                  <a:pt x="39966" y="85064"/>
                  <a:pt x="41236" y="84315"/>
                </a:cubicBezTo>
                <a:close/>
                <a:moveTo>
                  <a:pt x="39662" y="96570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3" name="Freeform 143"/>
          <p:cNvSpPr/>
          <p:nvPr/>
        </p:nvSpPr>
        <p:spPr>
          <a:xfrm>
            <a:off x="805637" y="2912095"/>
            <a:ext cx="41236" cy="99859"/>
          </a:xfrm>
          <a:custGeom>
            <a:avLst/>
            <a:gdLst/>
            <a:ahLst/>
            <a:cxnLst/>
            <a:rect l="0" t="0" r="0" b="0"/>
            <a:pathLst>
              <a:path w="41236" h="99859">
                <a:moveTo>
                  <a:pt x="39662" y="96570"/>
                </a:moveTo>
                <a:cubicBezTo>
                  <a:pt x="37948" y="97535"/>
                  <a:pt x="35929" y="98335"/>
                  <a:pt x="33630" y="98944"/>
                </a:cubicBezTo>
                <a:cubicBezTo>
                  <a:pt x="31319" y="99554"/>
                  <a:pt x="28791" y="99859"/>
                  <a:pt x="26023" y="99859"/>
                </a:cubicBezTo>
                <a:cubicBezTo>
                  <a:pt x="23610" y="99859"/>
                  <a:pt x="21489" y="99529"/>
                  <a:pt x="19660" y="98843"/>
                </a:cubicBezTo>
                <a:cubicBezTo>
                  <a:pt x="17844" y="98157"/>
                  <a:pt x="16180" y="97090"/>
                  <a:pt x="14694" y="95618"/>
                </a:cubicBezTo>
                <a:cubicBezTo>
                  <a:pt x="13208" y="94145"/>
                  <a:pt x="12065" y="92214"/>
                  <a:pt x="11265" y="89814"/>
                </a:cubicBezTo>
                <a:cubicBezTo>
                  <a:pt x="10478" y="87426"/>
                  <a:pt x="10084" y="84518"/>
                  <a:pt x="10084" y="81089"/>
                </a:cubicBezTo>
                <a:lnTo>
                  <a:pt x="10084" y="40182"/>
                </a:lnTo>
                <a:lnTo>
                  <a:pt x="0" y="40182"/>
                </a:lnTo>
                <a:lnTo>
                  <a:pt x="0" y="27546"/>
                </a:lnTo>
                <a:lnTo>
                  <a:pt x="10084" y="27546"/>
                </a:lnTo>
                <a:lnTo>
                  <a:pt x="10084" y="7315"/>
                </a:lnTo>
                <a:lnTo>
                  <a:pt x="23724" y="0"/>
                </a:lnTo>
                <a:lnTo>
                  <a:pt x="23724" y="27546"/>
                </a:lnTo>
                <a:lnTo>
                  <a:pt x="41236" y="27546"/>
                </a:lnTo>
                <a:lnTo>
                  <a:pt x="41236" y="40182"/>
                </a:lnTo>
                <a:lnTo>
                  <a:pt x="23724" y="40182"/>
                </a:lnTo>
                <a:lnTo>
                  <a:pt x="23724" y="78651"/>
                </a:lnTo>
                <a:cubicBezTo>
                  <a:pt x="23724" y="80327"/>
                  <a:pt x="23864" y="81699"/>
                  <a:pt x="24143" y="82766"/>
                </a:cubicBezTo>
                <a:cubicBezTo>
                  <a:pt x="24422" y="83845"/>
                  <a:pt x="24867" y="84721"/>
                  <a:pt x="25464" y="85369"/>
                </a:cubicBezTo>
                <a:cubicBezTo>
                  <a:pt x="26061" y="86030"/>
                  <a:pt x="26810" y="86487"/>
                  <a:pt x="27737" y="86753"/>
                </a:cubicBezTo>
                <a:cubicBezTo>
                  <a:pt x="28664" y="87020"/>
                  <a:pt x="29744" y="87147"/>
                  <a:pt x="31026" y="87147"/>
                </a:cubicBezTo>
                <a:cubicBezTo>
                  <a:pt x="32830" y="87147"/>
                  <a:pt x="34659" y="86868"/>
                  <a:pt x="36526" y="86296"/>
                </a:cubicBezTo>
                <a:cubicBezTo>
                  <a:pt x="38392" y="85725"/>
                  <a:pt x="39966" y="85064"/>
                  <a:pt x="41236" y="84315"/>
                </a:cubicBezTo>
                <a:close/>
                <a:moveTo>
                  <a:pt x="39662" y="96570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44" name="Picture 144"/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4252" y="2925415"/>
            <a:ext cx="86271" cy="99237"/>
          </a:xfrm>
          <a:prstGeom prst="rect">
            <a:avLst/>
          </a:prstGeom>
          <a:noFill/>
        </p:spPr>
      </p:pic>
      <p:sp>
        <p:nvSpPr>
          <p:cNvPr id="145" name="Freeform 145"/>
          <p:cNvSpPr/>
          <p:nvPr/>
        </p:nvSpPr>
        <p:spPr>
          <a:xfrm>
            <a:off x="932440" y="2938117"/>
            <a:ext cx="42099" cy="72326"/>
          </a:xfrm>
          <a:custGeom>
            <a:avLst/>
            <a:gdLst/>
            <a:ahLst/>
            <a:cxnLst/>
            <a:rect l="0" t="0" r="0" b="0"/>
            <a:pathLst>
              <a:path w="42099" h="72326">
                <a:moveTo>
                  <a:pt x="38404" y="16205"/>
                </a:moveTo>
                <a:cubicBezTo>
                  <a:pt x="36906" y="15367"/>
                  <a:pt x="35344" y="14732"/>
                  <a:pt x="33693" y="14300"/>
                </a:cubicBezTo>
                <a:cubicBezTo>
                  <a:pt x="32054" y="13856"/>
                  <a:pt x="30086" y="13640"/>
                  <a:pt x="27800" y="13640"/>
                </a:cubicBezTo>
                <a:cubicBezTo>
                  <a:pt x="23368" y="13640"/>
                  <a:pt x="19939" y="15164"/>
                  <a:pt x="17526" y="18211"/>
                </a:cubicBezTo>
                <a:cubicBezTo>
                  <a:pt x="15113" y="21259"/>
                  <a:pt x="13894" y="25831"/>
                  <a:pt x="13894" y="31876"/>
                </a:cubicBezTo>
                <a:lnTo>
                  <a:pt x="13894" y="72326"/>
                </a:lnTo>
                <a:lnTo>
                  <a:pt x="0" y="72326"/>
                </a:lnTo>
                <a:lnTo>
                  <a:pt x="0" y="1512"/>
                </a:lnTo>
                <a:lnTo>
                  <a:pt x="13894" y="1512"/>
                </a:lnTo>
                <a:lnTo>
                  <a:pt x="13894" y="8230"/>
                </a:lnTo>
                <a:cubicBezTo>
                  <a:pt x="14694" y="7049"/>
                  <a:pt x="15659" y="5969"/>
                  <a:pt x="16802" y="4979"/>
                </a:cubicBezTo>
                <a:cubicBezTo>
                  <a:pt x="17945" y="3988"/>
                  <a:pt x="19202" y="3125"/>
                  <a:pt x="20586" y="2375"/>
                </a:cubicBezTo>
                <a:cubicBezTo>
                  <a:pt x="21971" y="1626"/>
                  <a:pt x="23444" y="1042"/>
                  <a:pt x="25031" y="623"/>
                </a:cubicBezTo>
                <a:cubicBezTo>
                  <a:pt x="26619" y="216"/>
                  <a:pt x="28283" y="0"/>
                  <a:pt x="30048" y="0"/>
                </a:cubicBezTo>
                <a:cubicBezTo>
                  <a:pt x="32893" y="0"/>
                  <a:pt x="35268" y="267"/>
                  <a:pt x="37160" y="788"/>
                </a:cubicBezTo>
                <a:cubicBezTo>
                  <a:pt x="39039" y="1321"/>
                  <a:pt x="40690" y="2045"/>
                  <a:pt x="42099" y="2959"/>
                </a:cubicBezTo>
                <a:close/>
                <a:moveTo>
                  <a:pt x="38404" y="16205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6" name="Freeform 146"/>
          <p:cNvSpPr/>
          <p:nvPr/>
        </p:nvSpPr>
        <p:spPr>
          <a:xfrm>
            <a:off x="1014053" y="2912095"/>
            <a:ext cx="41236" cy="99859"/>
          </a:xfrm>
          <a:custGeom>
            <a:avLst/>
            <a:gdLst/>
            <a:ahLst/>
            <a:cxnLst/>
            <a:rect l="0" t="0" r="0" b="0"/>
            <a:pathLst>
              <a:path w="41236" h="99859">
                <a:moveTo>
                  <a:pt x="39662" y="96570"/>
                </a:moveTo>
                <a:cubicBezTo>
                  <a:pt x="37948" y="97535"/>
                  <a:pt x="35929" y="98335"/>
                  <a:pt x="33630" y="98944"/>
                </a:cubicBezTo>
                <a:cubicBezTo>
                  <a:pt x="31319" y="99554"/>
                  <a:pt x="28791" y="99859"/>
                  <a:pt x="26023" y="99859"/>
                </a:cubicBezTo>
                <a:cubicBezTo>
                  <a:pt x="23610" y="99859"/>
                  <a:pt x="21489" y="99529"/>
                  <a:pt x="19660" y="98843"/>
                </a:cubicBezTo>
                <a:cubicBezTo>
                  <a:pt x="17844" y="98157"/>
                  <a:pt x="16180" y="97090"/>
                  <a:pt x="14694" y="95618"/>
                </a:cubicBezTo>
                <a:cubicBezTo>
                  <a:pt x="13208" y="94145"/>
                  <a:pt x="12065" y="92214"/>
                  <a:pt x="11265" y="89814"/>
                </a:cubicBezTo>
                <a:cubicBezTo>
                  <a:pt x="10478" y="87426"/>
                  <a:pt x="10084" y="84518"/>
                  <a:pt x="10084" y="81089"/>
                </a:cubicBezTo>
                <a:lnTo>
                  <a:pt x="10084" y="40182"/>
                </a:lnTo>
                <a:lnTo>
                  <a:pt x="0" y="40182"/>
                </a:lnTo>
                <a:lnTo>
                  <a:pt x="0" y="27546"/>
                </a:lnTo>
                <a:lnTo>
                  <a:pt x="10084" y="27546"/>
                </a:lnTo>
                <a:lnTo>
                  <a:pt x="10084" y="7315"/>
                </a:lnTo>
                <a:lnTo>
                  <a:pt x="23724" y="0"/>
                </a:lnTo>
                <a:lnTo>
                  <a:pt x="23724" y="27546"/>
                </a:lnTo>
                <a:lnTo>
                  <a:pt x="41236" y="27546"/>
                </a:lnTo>
                <a:lnTo>
                  <a:pt x="41236" y="40182"/>
                </a:lnTo>
                <a:lnTo>
                  <a:pt x="23724" y="40182"/>
                </a:lnTo>
                <a:lnTo>
                  <a:pt x="23724" y="78651"/>
                </a:lnTo>
                <a:cubicBezTo>
                  <a:pt x="23724" y="80327"/>
                  <a:pt x="23864" y="81699"/>
                  <a:pt x="24143" y="82766"/>
                </a:cubicBezTo>
                <a:cubicBezTo>
                  <a:pt x="24422" y="83845"/>
                  <a:pt x="24867" y="84721"/>
                  <a:pt x="25464" y="85369"/>
                </a:cubicBezTo>
                <a:cubicBezTo>
                  <a:pt x="26061" y="86030"/>
                  <a:pt x="26810" y="86487"/>
                  <a:pt x="27737" y="86753"/>
                </a:cubicBezTo>
                <a:cubicBezTo>
                  <a:pt x="28664" y="87020"/>
                  <a:pt x="29744" y="87147"/>
                  <a:pt x="31026" y="87147"/>
                </a:cubicBezTo>
                <a:cubicBezTo>
                  <a:pt x="32830" y="87147"/>
                  <a:pt x="34659" y="86868"/>
                  <a:pt x="36526" y="86296"/>
                </a:cubicBezTo>
                <a:cubicBezTo>
                  <a:pt x="38392" y="85725"/>
                  <a:pt x="39966" y="85064"/>
                  <a:pt x="41236" y="84315"/>
                </a:cubicBezTo>
                <a:close/>
                <a:moveTo>
                  <a:pt x="39662" y="96570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7" name="Freeform 147"/>
          <p:cNvSpPr/>
          <p:nvPr/>
        </p:nvSpPr>
        <p:spPr>
          <a:xfrm>
            <a:off x="1071486" y="2912096"/>
            <a:ext cx="56920" cy="98348"/>
          </a:xfrm>
          <a:custGeom>
            <a:avLst/>
            <a:gdLst/>
            <a:ahLst/>
            <a:cxnLst/>
            <a:rect l="0" t="0" r="0" b="0"/>
            <a:pathLst>
              <a:path w="56920" h="98348">
                <a:moveTo>
                  <a:pt x="43014" y="98348"/>
                </a:moveTo>
                <a:lnTo>
                  <a:pt x="43014" y="58305"/>
                </a:lnTo>
                <a:cubicBezTo>
                  <a:pt x="43014" y="51752"/>
                  <a:pt x="41859" y="46875"/>
                  <a:pt x="39522" y="43675"/>
                </a:cubicBezTo>
                <a:cubicBezTo>
                  <a:pt x="37198" y="40475"/>
                  <a:pt x="33515" y="38874"/>
                  <a:pt x="28460" y="38874"/>
                </a:cubicBezTo>
                <a:cubicBezTo>
                  <a:pt x="26301" y="38874"/>
                  <a:pt x="24320" y="39217"/>
                  <a:pt x="22504" y="39916"/>
                </a:cubicBezTo>
                <a:cubicBezTo>
                  <a:pt x="20675" y="40627"/>
                  <a:pt x="19113" y="41783"/>
                  <a:pt x="17830" y="43408"/>
                </a:cubicBezTo>
                <a:cubicBezTo>
                  <a:pt x="16522" y="45034"/>
                  <a:pt x="15557" y="46952"/>
                  <a:pt x="14884" y="49149"/>
                </a:cubicBezTo>
                <a:cubicBezTo>
                  <a:pt x="14236" y="51346"/>
                  <a:pt x="13906" y="53924"/>
                  <a:pt x="13906" y="56921"/>
                </a:cubicBezTo>
                <a:lnTo>
                  <a:pt x="13906" y="98348"/>
                </a:lnTo>
                <a:lnTo>
                  <a:pt x="0" y="98348"/>
                </a:lnTo>
                <a:lnTo>
                  <a:pt x="0" y="7315"/>
                </a:lnTo>
                <a:lnTo>
                  <a:pt x="13906" y="0"/>
                </a:lnTo>
                <a:lnTo>
                  <a:pt x="13906" y="34252"/>
                </a:lnTo>
                <a:cubicBezTo>
                  <a:pt x="14782" y="32982"/>
                  <a:pt x="15862" y="31826"/>
                  <a:pt x="17132" y="30797"/>
                </a:cubicBezTo>
                <a:cubicBezTo>
                  <a:pt x="18415" y="29768"/>
                  <a:pt x="19812" y="28905"/>
                  <a:pt x="21348" y="28194"/>
                </a:cubicBezTo>
                <a:cubicBezTo>
                  <a:pt x="22885" y="27495"/>
                  <a:pt x="24536" y="26962"/>
                  <a:pt x="26289" y="26581"/>
                </a:cubicBezTo>
                <a:cubicBezTo>
                  <a:pt x="28041" y="26213"/>
                  <a:pt x="29845" y="26022"/>
                  <a:pt x="31686" y="26022"/>
                </a:cubicBezTo>
                <a:cubicBezTo>
                  <a:pt x="35941" y="26022"/>
                  <a:pt x="39636" y="26708"/>
                  <a:pt x="42748" y="28067"/>
                </a:cubicBezTo>
                <a:cubicBezTo>
                  <a:pt x="45871" y="29426"/>
                  <a:pt x="48500" y="31432"/>
                  <a:pt x="50621" y="34099"/>
                </a:cubicBezTo>
                <a:cubicBezTo>
                  <a:pt x="52754" y="36754"/>
                  <a:pt x="54342" y="40132"/>
                  <a:pt x="55371" y="44234"/>
                </a:cubicBezTo>
                <a:cubicBezTo>
                  <a:pt x="56399" y="48336"/>
                  <a:pt x="56920" y="52857"/>
                  <a:pt x="56920" y="57772"/>
                </a:cubicBezTo>
                <a:lnTo>
                  <a:pt x="56920" y="98348"/>
                </a:lnTo>
                <a:close/>
                <a:moveTo>
                  <a:pt x="43014" y="98348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48" name="Picture 148"/>
          <p:cNvPicPr>
            <a:picLocks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29538" y="2925415"/>
            <a:ext cx="86271" cy="99237"/>
          </a:xfrm>
          <a:prstGeom prst="rect">
            <a:avLst/>
          </a:prstGeom>
          <a:noFill/>
        </p:spPr>
      </p:pic>
      <p:pic>
        <p:nvPicPr>
          <p:cNvPr id="149" name="Picture 149"/>
          <p:cNvPicPr>
            <a:picLocks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35670" y="2925414"/>
            <a:ext cx="84874" cy="123748"/>
          </a:xfrm>
          <a:prstGeom prst="rect">
            <a:avLst/>
          </a:prstGeom>
          <a:noFill/>
        </p:spPr>
      </p:pic>
      <p:sp>
        <p:nvSpPr>
          <p:cNvPr id="150" name="Freeform 150"/>
          <p:cNvSpPr/>
          <p:nvPr/>
        </p:nvSpPr>
        <p:spPr>
          <a:xfrm>
            <a:off x="1325035" y="2939630"/>
            <a:ext cx="56971" cy="72326"/>
          </a:xfrm>
          <a:custGeom>
            <a:avLst/>
            <a:gdLst/>
            <a:ahLst/>
            <a:cxnLst/>
            <a:rect l="0" t="0" r="0" b="0"/>
            <a:pathLst>
              <a:path w="56971" h="72326">
                <a:moveTo>
                  <a:pt x="43078" y="70815"/>
                </a:moveTo>
                <a:lnTo>
                  <a:pt x="43078" y="64097"/>
                </a:lnTo>
                <a:cubicBezTo>
                  <a:pt x="41326" y="66510"/>
                  <a:pt x="38862" y="68491"/>
                  <a:pt x="35713" y="70028"/>
                </a:cubicBezTo>
                <a:cubicBezTo>
                  <a:pt x="32538" y="71564"/>
                  <a:pt x="29058" y="72326"/>
                  <a:pt x="25235" y="72326"/>
                </a:cubicBezTo>
                <a:cubicBezTo>
                  <a:pt x="16967" y="72326"/>
                  <a:pt x="10706" y="69672"/>
                  <a:pt x="6426" y="64364"/>
                </a:cubicBezTo>
                <a:cubicBezTo>
                  <a:pt x="2146" y="59043"/>
                  <a:pt x="0" y="51118"/>
                  <a:pt x="0" y="40577"/>
                </a:cubicBezTo>
                <a:lnTo>
                  <a:pt x="0" y="0"/>
                </a:lnTo>
                <a:lnTo>
                  <a:pt x="13894" y="0"/>
                </a:lnTo>
                <a:lnTo>
                  <a:pt x="13894" y="40056"/>
                </a:lnTo>
                <a:cubicBezTo>
                  <a:pt x="13894" y="46559"/>
                  <a:pt x="15050" y="51423"/>
                  <a:pt x="17348" y="54648"/>
                </a:cubicBezTo>
                <a:cubicBezTo>
                  <a:pt x="19660" y="57874"/>
                  <a:pt x="23381" y="59487"/>
                  <a:pt x="28524" y="59487"/>
                </a:cubicBezTo>
                <a:cubicBezTo>
                  <a:pt x="33173" y="59487"/>
                  <a:pt x="36767" y="57912"/>
                  <a:pt x="39294" y="54775"/>
                </a:cubicBezTo>
                <a:cubicBezTo>
                  <a:pt x="41821" y="51639"/>
                  <a:pt x="43078" y="47193"/>
                  <a:pt x="43078" y="41440"/>
                </a:cubicBezTo>
                <a:lnTo>
                  <a:pt x="43078" y="0"/>
                </a:lnTo>
                <a:lnTo>
                  <a:pt x="56971" y="0"/>
                </a:lnTo>
                <a:lnTo>
                  <a:pt x="56971" y="70815"/>
                </a:lnTo>
                <a:close/>
                <a:moveTo>
                  <a:pt x="43078" y="70815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1" name="Picture 151"/>
          <p:cNvPicPr>
            <a:picLocks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83676" y="2925415"/>
            <a:ext cx="86271" cy="99237"/>
          </a:xfrm>
          <a:prstGeom prst="rect">
            <a:avLst/>
          </a:prstGeom>
          <a:noFill/>
        </p:spPr>
      </p:pic>
      <p:sp>
        <p:nvSpPr>
          <p:cNvPr id="152" name="Freeform 152"/>
          <p:cNvSpPr/>
          <p:nvPr/>
        </p:nvSpPr>
        <p:spPr>
          <a:xfrm>
            <a:off x="1466334" y="2938123"/>
            <a:ext cx="53682" cy="73836"/>
          </a:xfrm>
          <a:custGeom>
            <a:avLst/>
            <a:gdLst/>
            <a:ahLst/>
            <a:cxnLst/>
            <a:rect l="0" t="0" r="0" b="0"/>
            <a:pathLst>
              <a:path w="53682" h="73836">
                <a:moveTo>
                  <a:pt x="50850" y="7835"/>
                </a:moveTo>
                <a:lnTo>
                  <a:pt x="44793" y="18502"/>
                </a:lnTo>
                <a:cubicBezTo>
                  <a:pt x="41884" y="16445"/>
                  <a:pt x="38963" y="14908"/>
                  <a:pt x="35992" y="13930"/>
                </a:cubicBezTo>
                <a:cubicBezTo>
                  <a:pt x="33032" y="12940"/>
                  <a:pt x="29857" y="12445"/>
                  <a:pt x="26479" y="12445"/>
                </a:cubicBezTo>
                <a:cubicBezTo>
                  <a:pt x="23050" y="12445"/>
                  <a:pt x="20574" y="13041"/>
                  <a:pt x="19037" y="14261"/>
                </a:cubicBezTo>
                <a:cubicBezTo>
                  <a:pt x="17488" y="15467"/>
                  <a:pt x="16726" y="17017"/>
                  <a:pt x="16726" y="18896"/>
                </a:cubicBezTo>
                <a:cubicBezTo>
                  <a:pt x="16726" y="19772"/>
                  <a:pt x="16916" y="20611"/>
                  <a:pt x="17297" y="21398"/>
                </a:cubicBezTo>
                <a:cubicBezTo>
                  <a:pt x="17665" y="22198"/>
                  <a:pt x="18326" y="22986"/>
                  <a:pt x="19304" y="23773"/>
                </a:cubicBezTo>
                <a:cubicBezTo>
                  <a:pt x="20269" y="24560"/>
                  <a:pt x="21590" y="25399"/>
                  <a:pt x="23279" y="26275"/>
                </a:cubicBezTo>
                <a:cubicBezTo>
                  <a:pt x="24981" y="27151"/>
                  <a:pt x="27152" y="28129"/>
                  <a:pt x="29832" y="29170"/>
                </a:cubicBezTo>
                <a:cubicBezTo>
                  <a:pt x="33794" y="30720"/>
                  <a:pt x="37249" y="32180"/>
                  <a:pt x="40208" y="33590"/>
                </a:cubicBezTo>
                <a:cubicBezTo>
                  <a:pt x="43180" y="35000"/>
                  <a:pt x="45656" y="36562"/>
                  <a:pt x="47650" y="38302"/>
                </a:cubicBezTo>
                <a:cubicBezTo>
                  <a:pt x="49657" y="40029"/>
                  <a:pt x="51154" y="42061"/>
                  <a:pt x="52158" y="44398"/>
                </a:cubicBezTo>
                <a:cubicBezTo>
                  <a:pt x="53174" y="46722"/>
                  <a:pt x="53682" y="49554"/>
                  <a:pt x="53682" y="52894"/>
                </a:cubicBezTo>
                <a:cubicBezTo>
                  <a:pt x="53682" y="56793"/>
                  <a:pt x="52945" y="60095"/>
                  <a:pt x="51472" y="62775"/>
                </a:cubicBezTo>
                <a:cubicBezTo>
                  <a:pt x="50000" y="65442"/>
                  <a:pt x="48044" y="67613"/>
                  <a:pt x="45605" y="69264"/>
                </a:cubicBezTo>
                <a:cubicBezTo>
                  <a:pt x="43180" y="70903"/>
                  <a:pt x="40348" y="72084"/>
                  <a:pt x="37147" y="72782"/>
                </a:cubicBezTo>
                <a:cubicBezTo>
                  <a:pt x="33934" y="73481"/>
                  <a:pt x="30607" y="73836"/>
                  <a:pt x="27140" y="73836"/>
                </a:cubicBezTo>
                <a:cubicBezTo>
                  <a:pt x="22656" y="73836"/>
                  <a:pt x="17945" y="73011"/>
                  <a:pt x="13004" y="71373"/>
                </a:cubicBezTo>
                <a:cubicBezTo>
                  <a:pt x="8064" y="69722"/>
                  <a:pt x="3733" y="67512"/>
                  <a:pt x="0" y="64743"/>
                </a:cubicBezTo>
                <a:lnTo>
                  <a:pt x="6324" y="54266"/>
                </a:lnTo>
                <a:cubicBezTo>
                  <a:pt x="9664" y="56552"/>
                  <a:pt x="13106" y="58292"/>
                  <a:pt x="16662" y="59473"/>
                </a:cubicBezTo>
                <a:cubicBezTo>
                  <a:pt x="20218" y="60666"/>
                  <a:pt x="23660" y="61251"/>
                  <a:pt x="27000" y="61251"/>
                </a:cubicBezTo>
                <a:cubicBezTo>
                  <a:pt x="31394" y="61251"/>
                  <a:pt x="34645" y="60578"/>
                  <a:pt x="36753" y="59206"/>
                </a:cubicBezTo>
                <a:cubicBezTo>
                  <a:pt x="38862" y="57847"/>
                  <a:pt x="39916" y="55917"/>
                  <a:pt x="39916" y="53415"/>
                </a:cubicBezTo>
                <a:cubicBezTo>
                  <a:pt x="39916" y="52056"/>
                  <a:pt x="39535" y="50862"/>
                  <a:pt x="38786" y="49833"/>
                </a:cubicBezTo>
                <a:cubicBezTo>
                  <a:pt x="38049" y="48792"/>
                  <a:pt x="36957" y="47827"/>
                  <a:pt x="35534" y="46925"/>
                </a:cubicBezTo>
                <a:cubicBezTo>
                  <a:pt x="34099" y="46023"/>
                  <a:pt x="32385" y="45147"/>
                  <a:pt x="30365" y="44296"/>
                </a:cubicBezTo>
                <a:cubicBezTo>
                  <a:pt x="28346" y="43433"/>
                  <a:pt x="26060" y="42531"/>
                  <a:pt x="23507" y="41566"/>
                </a:cubicBezTo>
                <a:cubicBezTo>
                  <a:pt x="19697" y="40067"/>
                  <a:pt x="16459" y="38594"/>
                  <a:pt x="13792" y="37146"/>
                </a:cubicBezTo>
                <a:cubicBezTo>
                  <a:pt x="11138" y="35698"/>
                  <a:pt x="8991" y="34123"/>
                  <a:pt x="7340" y="32409"/>
                </a:cubicBezTo>
                <a:cubicBezTo>
                  <a:pt x="5689" y="30694"/>
                  <a:pt x="4508" y="28777"/>
                  <a:pt x="3784" y="26669"/>
                </a:cubicBezTo>
                <a:cubicBezTo>
                  <a:pt x="3060" y="24560"/>
                  <a:pt x="2705" y="22109"/>
                  <a:pt x="2705" y="19290"/>
                </a:cubicBezTo>
                <a:cubicBezTo>
                  <a:pt x="2705" y="16128"/>
                  <a:pt x="3289" y="13346"/>
                  <a:pt x="4470" y="10933"/>
                </a:cubicBezTo>
                <a:cubicBezTo>
                  <a:pt x="5664" y="8520"/>
                  <a:pt x="7328" y="6515"/>
                  <a:pt x="9487" y="4902"/>
                </a:cubicBezTo>
                <a:cubicBezTo>
                  <a:pt x="11633" y="3302"/>
                  <a:pt x="14173" y="2082"/>
                  <a:pt x="17119" y="1257"/>
                </a:cubicBezTo>
                <a:cubicBezTo>
                  <a:pt x="20066" y="419"/>
                  <a:pt x="23317" y="0"/>
                  <a:pt x="26873" y="0"/>
                </a:cubicBezTo>
                <a:cubicBezTo>
                  <a:pt x="31343" y="0"/>
                  <a:pt x="35674" y="723"/>
                  <a:pt x="39852" y="2171"/>
                </a:cubicBezTo>
                <a:cubicBezTo>
                  <a:pt x="44018" y="3619"/>
                  <a:pt x="47688" y="5511"/>
                  <a:pt x="50850" y="7835"/>
                </a:cubicBez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3" name="Freeform 153"/>
          <p:cNvSpPr/>
          <p:nvPr/>
        </p:nvSpPr>
        <p:spPr>
          <a:xfrm>
            <a:off x="1528055" y="2912095"/>
            <a:ext cx="41236" cy="99859"/>
          </a:xfrm>
          <a:custGeom>
            <a:avLst/>
            <a:gdLst/>
            <a:ahLst/>
            <a:cxnLst/>
            <a:rect l="0" t="0" r="0" b="0"/>
            <a:pathLst>
              <a:path w="41236" h="99859">
                <a:moveTo>
                  <a:pt x="39662" y="96570"/>
                </a:moveTo>
                <a:cubicBezTo>
                  <a:pt x="37948" y="97535"/>
                  <a:pt x="35929" y="98335"/>
                  <a:pt x="33630" y="98944"/>
                </a:cubicBezTo>
                <a:cubicBezTo>
                  <a:pt x="31319" y="99554"/>
                  <a:pt x="28791" y="99859"/>
                  <a:pt x="26023" y="99859"/>
                </a:cubicBezTo>
                <a:cubicBezTo>
                  <a:pt x="23610" y="99859"/>
                  <a:pt x="21489" y="99529"/>
                  <a:pt x="19660" y="98843"/>
                </a:cubicBezTo>
                <a:cubicBezTo>
                  <a:pt x="17844" y="98157"/>
                  <a:pt x="16193" y="97090"/>
                  <a:pt x="14694" y="95618"/>
                </a:cubicBezTo>
                <a:cubicBezTo>
                  <a:pt x="13208" y="94145"/>
                  <a:pt x="12065" y="92214"/>
                  <a:pt x="11265" y="89814"/>
                </a:cubicBezTo>
                <a:cubicBezTo>
                  <a:pt x="10478" y="87426"/>
                  <a:pt x="10084" y="84518"/>
                  <a:pt x="10084" y="81089"/>
                </a:cubicBezTo>
                <a:lnTo>
                  <a:pt x="10084" y="40182"/>
                </a:lnTo>
                <a:lnTo>
                  <a:pt x="0" y="40182"/>
                </a:lnTo>
                <a:lnTo>
                  <a:pt x="0" y="27546"/>
                </a:lnTo>
                <a:lnTo>
                  <a:pt x="10084" y="27546"/>
                </a:lnTo>
                <a:lnTo>
                  <a:pt x="10084" y="7315"/>
                </a:lnTo>
                <a:lnTo>
                  <a:pt x="23724" y="0"/>
                </a:lnTo>
                <a:lnTo>
                  <a:pt x="23724" y="27546"/>
                </a:lnTo>
                <a:lnTo>
                  <a:pt x="41236" y="27546"/>
                </a:lnTo>
                <a:lnTo>
                  <a:pt x="41236" y="40182"/>
                </a:lnTo>
                <a:lnTo>
                  <a:pt x="23724" y="40182"/>
                </a:lnTo>
                <a:lnTo>
                  <a:pt x="23724" y="78651"/>
                </a:lnTo>
                <a:cubicBezTo>
                  <a:pt x="23724" y="80327"/>
                  <a:pt x="23864" y="81699"/>
                  <a:pt x="24143" y="82766"/>
                </a:cubicBezTo>
                <a:cubicBezTo>
                  <a:pt x="24422" y="83845"/>
                  <a:pt x="24867" y="84721"/>
                  <a:pt x="25464" y="85369"/>
                </a:cubicBezTo>
                <a:cubicBezTo>
                  <a:pt x="26061" y="86030"/>
                  <a:pt x="26810" y="86487"/>
                  <a:pt x="27737" y="86753"/>
                </a:cubicBezTo>
                <a:cubicBezTo>
                  <a:pt x="28664" y="87020"/>
                  <a:pt x="29744" y="87147"/>
                  <a:pt x="31026" y="87147"/>
                </a:cubicBezTo>
                <a:cubicBezTo>
                  <a:pt x="32830" y="87147"/>
                  <a:pt x="34659" y="86868"/>
                  <a:pt x="36526" y="86296"/>
                </a:cubicBezTo>
                <a:cubicBezTo>
                  <a:pt x="38392" y="85725"/>
                  <a:pt x="39966" y="85064"/>
                  <a:pt x="41236" y="84315"/>
                </a:cubicBezTo>
                <a:close/>
                <a:moveTo>
                  <a:pt x="39662" y="96570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4" name="Picture 154"/>
          <p:cNvPicPr>
            <a:picLocks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71409" y="2899790"/>
            <a:ext cx="117690" cy="126315"/>
          </a:xfrm>
          <a:prstGeom prst="rect">
            <a:avLst/>
          </a:prstGeom>
          <a:noFill/>
        </p:spPr>
      </p:pic>
      <p:sp>
        <p:nvSpPr>
          <p:cNvPr id="155" name="Freeform 155"/>
          <p:cNvSpPr/>
          <p:nvPr/>
        </p:nvSpPr>
        <p:spPr>
          <a:xfrm>
            <a:off x="1692732" y="2938119"/>
            <a:ext cx="56920" cy="72326"/>
          </a:xfrm>
          <a:custGeom>
            <a:avLst/>
            <a:gdLst/>
            <a:ahLst/>
            <a:cxnLst/>
            <a:rect l="0" t="0" r="0" b="0"/>
            <a:pathLst>
              <a:path w="56920" h="72326">
                <a:moveTo>
                  <a:pt x="43014" y="72326"/>
                </a:moveTo>
                <a:lnTo>
                  <a:pt x="43014" y="32283"/>
                </a:lnTo>
                <a:cubicBezTo>
                  <a:pt x="43014" y="25870"/>
                  <a:pt x="41871" y="21019"/>
                  <a:pt x="39598" y="17755"/>
                </a:cubicBezTo>
                <a:cubicBezTo>
                  <a:pt x="37312" y="14478"/>
                  <a:pt x="33591" y="12852"/>
                  <a:pt x="28460" y="12852"/>
                </a:cubicBezTo>
                <a:cubicBezTo>
                  <a:pt x="26225" y="12852"/>
                  <a:pt x="24155" y="13233"/>
                  <a:pt x="22275" y="14033"/>
                </a:cubicBezTo>
                <a:cubicBezTo>
                  <a:pt x="20383" y="14821"/>
                  <a:pt x="18808" y="16053"/>
                  <a:pt x="17526" y="17716"/>
                </a:cubicBezTo>
                <a:cubicBezTo>
                  <a:pt x="16256" y="19393"/>
                  <a:pt x="15328" y="21349"/>
                  <a:pt x="14757" y="23622"/>
                </a:cubicBezTo>
                <a:cubicBezTo>
                  <a:pt x="14198" y="25883"/>
                  <a:pt x="13906" y="28308"/>
                  <a:pt x="13906" y="30899"/>
                </a:cubicBezTo>
                <a:lnTo>
                  <a:pt x="13906" y="72326"/>
                </a:lnTo>
                <a:lnTo>
                  <a:pt x="0" y="72326"/>
                </a:lnTo>
                <a:lnTo>
                  <a:pt x="0" y="1511"/>
                </a:lnTo>
                <a:lnTo>
                  <a:pt x="13906" y="1511"/>
                </a:lnTo>
                <a:lnTo>
                  <a:pt x="13906" y="8230"/>
                </a:lnTo>
                <a:cubicBezTo>
                  <a:pt x="14782" y="6960"/>
                  <a:pt x="15862" y="5804"/>
                  <a:pt x="17132" y="4775"/>
                </a:cubicBezTo>
                <a:cubicBezTo>
                  <a:pt x="18415" y="3746"/>
                  <a:pt x="19812" y="2883"/>
                  <a:pt x="21348" y="2172"/>
                </a:cubicBezTo>
                <a:cubicBezTo>
                  <a:pt x="22885" y="1473"/>
                  <a:pt x="24536" y="940"/>
                  <a:pt x="26289" y="559"/>
                </a:cubicBezTo>
                <a:cubicBezTo>
                  <a:pt x="28041" y="191"/>
                  <a:pt x="29845" y="0"/>
                  <a:pt x="31686" y="0"/>
                </a:cubicBezTo>
                <a:cubicBezTo>
                  <a:pt x="35941" y="0"/>
                  <a:pt x="39649" y="699"/>
                  <a:pt x="42799" y="2070"/>
                </a:cubicBezTo>
                <a:cubicBezTo>
                  <a:pt x="45922" y="3454"/>
                  <a:pt x="48538" y="5448"/>
                  <a:pt x="50621" y="8039"/>
                </a:cubicBezTo>
                <a:cubicBezTo>
                  <a:pt x="52716" y="10630"/>
                  <a:pt x="54278" y="13894"/>
                  <a:pt x="55333" y="17856"/>
                </a:cubicBezTo>
                <a:cubicBezTo>
                  <a:pt x="56387" y="21806"/>
                  <a:pt x="56920" y="26441"/>
                  <a:pt x="56920" y="31750"/>
                </a:cubicBezTo>
                <a:lnTo>
                  <a:pt x="56920" y="72326"/>
                </a:lnTo>
                <a:close/>
                <a:moveTo>
                  <a:pt x="43014" y="72326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6" name="Freeform 156"/>
          <p:cNvSpPr/>
          <p:nvPr/>
        </p:nvSpPr>
        <p:spPr>
          <a:xfrm>
            <a:off x="1766910" y="2990492"/>
            <a:ext cx="21272" cy="21462"/>
          </a:xfrm>
          <a:custGeom>
            <a:avLst/>
            <a:gdLst/>
            <a:ahLst/>
            <a:cxnLst/>
            <a:rect l="0" t="0" r="0" b="0"/>
            <a:pathLst>
              <a:path w="21272" h="21462">
                <a:moveTo>
                  <a:pt x="21272" y="10795"/>
                </a:moveTo>
                <a:cubicBezTo>
                  <a:pt x="21272" y="12293"/>
                  <a:pt x="21006" y="13690"/>
                  <a:pt x="20447" y="14986"/>
                </a:cubicBezTo>
                <a:cubicBezTo>
                  <a:pt x="19901" y="16281"/>
                  <a:pt x="19139" y="17411"/>
                  <a:pt x="18174" y="18364"/>
                </a:cubicBezTo>
                <a:cubicBezTo>
                  <a:pt x="17209" y="19342"/>
                  <a:pt x="16078" y="20091"/>
                  <a:pt x="14783" y="20650"/>
                </a:cubicBezTo>
                <a:cubicBezTo>
                  <a:pt x="13487" y="21196"/>
                  <a:pt x="12090" y="21462"/>
                  <a:pt x="10605" y="21462"/>
                </a:cubicBezTo>
                <a:cubicBezTo>
                  <a:pt x="9106" y="21462"/>
                  <a:pt x="7709" y="21196"/>
                  <a:pt x="6414" y="20650"/>
                </a:cubicBezTo>
                <a:cubicBezTo>
                  <a:pt x="5118" y="20091"/>
                  <a:pt x="4000" y="19342"/>
                  <a:pt x="3061" y="18364"/>
                </a:cubicBezTo>
                <a:cubicBezTo>
                  <a:pt x="2108" y="17411"/>
                  <a:pt x="1372" y="16281"/>
                  <a:pt x="825" y="14986"/>
                </a:cubicBezTo>
                <a:cubicBezTo>
                  <a:pt x="267" y="13690"/>
                  <a:pt x="0" y="12293"/>
                  <a:pt x="0" y="10795"/>
                </a:cubicBezTo>
                <a:cubicBezTo>
                  <a:pt x="0" y="9310"/>
                  <a:pt x="267" y="7913"/>
                  <a:pt x="825" y="6617"/>
                </a:cubicBezTo>
                <a:cubicBezTo>
                  <a:pt x="1372" y="5322"/>
                  <a:pt x="2108" y="4179"/>
                  <a:pt x="3061" y="3188"/>
                </a:cubicBezTo>
                <a:cubicBezTo>
                  <a:pt x="4000" y="2198"/>
                  <a:pt x="5118" y="1423"/>
                  <a:pt x="6414" y="851"/>
                </a:cubicBezTo>
                <a:cubicBezTo>
                  <a:pt x="7709" y="280"/>
                  <a:pt x="9106" y="0"/>
                  <a:pt x="10605" y="0"/>
                </a:cubicBezTo>
                <a:cubicBezTo>
                  <a:pt x="12090" y="0"/>
                  <a:pt x="13487" y="280"/>
                  <a:pt x="14783" y="851"/>
                </a:cubicBezTo>
                <a:cubicBezTo>
                  <a:pt x="16078" y="1423"/>
                  <a:pt x="17209" y="2198"/>
                  <a:pt x="18174" y="3188"/>
                </a:cubicBezTo>
                <a:cubicBezTo>
                  <a:pt x="19139" y="4179"/>
                  <a:pt x="19901" y="5322"/>
                  <a:pt x="20447" y="6617"/>
                </a:cubicBezTo>
                <a:cubicBezTo>
                  <a:pt x="21006" y="7913"/>
                  <a:pt x="21272" y="9310"/>
                  <a:pt x="21272" y="10795"/>
                </a:cubicBez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7" name="Freeform 157"/>
          <p:cNvSpPr/>
          <p:nvPr/>
        </p:nvSpPr>
        <p:spPr>
          <a:xfrm>
            <a:off x="1835813" y="2915990"/>
            <a:ext cx="69227" cy="94449"/>
          </a:xfrm>
          <a:custGeom>
            <a:avLst/>
            <a:gdLst/>
            <a:ahLst/>
            <a:cxnLst/>
            <a:rect l="0" t="0" r="0" b="0"/>
            <a:pathLst>
              <a:path w="69227" h="94449">
                <a:moveTo>
                  <a:pt x="41694" y="13893"/>
                </a:moveTo>
                <a:lnTo>
                  <a:pt x="41694" y="94449"/>
                </a:lnTo>
                <a:lnTo>
                  <a:pt x="27534" y="94449"/>
                </a:lnTo>
                <a:lnTo>
                  <a:pt x="27534" y="13893"/>
                </a:lnTo>
                <a:lnTo>
                  <a:pt x="0" y="13893"/>
                </a:lnTo>
                <a:lnTo>
                  <a:pt x="0" y="0"/>
                </a:lnTo>
                <a:lnTo>
                  <a:pt x="69227" y="0"/>
                </a:lnTo>
                <a:lnTo>
                  <a:pt x="69227" y="13893"/>
                </a:lnTo>
                <a:close/>
                <a:moveTo>
                  <a:pt x="41694" y="13893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8" name="Freeform 158"/>
          <p:cNvSpPr/>
          <p:nvPr/>
        </p:nvSpPr>
        <p:spPr>
          <a:xfrm>
            <a:off x="1916911" y="2912096"/>
            <a:ext cx="56908" cy="98348"/>
          </a:xfrm>
          <a:custGeom>
            <a:avLst/>
            <a:gdLst/>
            <a:ahLst/>
            <a:cxnLst/>
            <a:rect l="0" t="0" r="0" b="0"/>
            <a:pathLst>
              <a:path w="56908" h="98348">
                <a:moveTo>
                  <a:pt x="43002" y="98348"/>
                </a:moveTo>
                <a:lnTo>
                  <a:pt x="43002" y="58305"/>
                </a:lnTo>
                <a:cubicBezTo>
                  <a:pt x="43002" y="51752"/>
                  <a:pt x="41847" y="46875"/>
                  <a:pt x="39510" y="43675"/>
                </a:cubicBezTo>
                <a:cubicBezTo>
                  <a:pt x="37186" y="40475"/>
                  <a:pt x="33503" y="38874"/>
                  <a:pt x="28448" y="38874"/>
                </a:cubicBezTo>
                <a:cubicBezTo>
                  <a:pt x="26289" y="38874"/>
                  <a:pt x="24308" y="39217"/>
                  <a:pt x="22492" y="39916"/>
                </a:cubicBezTo>
                <a:cubicBezTo>
                  <a:pt x="20663" y="40627"/>
                  <a:pt x="19101" y="41783"/>
                  <a:pt x="17818" y="43408"/>
                </a:cubicBezTo>
                <a:cubicBezTo>
                  <a:pt x="16510" y="45034"/>
                  <a:pt x="15545" y="46952"/>
                  <a:pt x="14885" y="49149"/>
                </a:cubicBezTo>
                <a:cubicBezTo>
                  <a:pt x="14224" y="51346"/>
                  <a:pt x="13894" y="53924"/>
                  <a:pt x="13894" y="56921"/>
                </a:cubicBezTo>
                <a:lnTo>
                  <a:pt x="13894" y="98348"/>
                </a:lnTo>
                <a:lnTo>
                  <a:pt x="0" y="98348"/>
                </a:lnTo>
                <a:lnTo>
                  <a:pt x="0" y="7315"/>
                </a:lnTo>
                <a:lnTo>
                  <a:pt x="13894" y="0"/>
                </a:lnTo>
                <a:lnTo>
                  <a:pt x="13894" y="34252"/>
                </a:lnTo>
                <a:cubicBezTo>
                  <a:pt x="14770" y="32982"/>
                  <a:pt x="15850" y="31826"/>
                  <a:pt x="17120" y="30797"/>
                </a:cubicBezTo>
                <a:cubicBezTo>
                  <a:pt x="18403" y="29768"/>
                  <a:pt x="19800" y="28905"/>
                  <a:pt x="21336" y="28194"/>
                </a:cubicBezTo>
                <a:cubicBezTo>
                  <a:pt x="22873" y="27495"/>
                  <a:pt x="24524" y="26962"/>
                  <a:pt x="26277" y="26581"/>
                </a:cubicBezTo>
                <a:cubicBezTo>
                  <a:pt x="28029" y="26213"/>
                  <a:pt x="29833" y="26022"/>
                  <a:pt x="31674" y="26022"/>
                </a:cubicBezTo>
                <a:cubicBezTo>
                  <a:pt x="35929" y="26022"/>
                  <a:pt x="39624" y="26708"/>
                  <a:pt x="42736" y="28067"/>
                </a:cubicBezTo>
                <a:cubicBezTo>
                  <a:pt x="45859" y="29426"/>
                  <a:pt x="48488" y="31432"/>
                  <a:pt x="50609" y="34099"/>
                </a:cubicBezTo>
                <a:cubicBezTo>
                  <a:pt x="52742" y="36754"/>
                  <a:pt x="54330" y="40132"/>
                  <a:pt x="55359" y="44234"/>
                </a:cubicBezTo>
                <a:cubicBezTo>
                  <a:pt x="56387" y="48336"/>
                  <a:pt x="56908" y="52857"/>
                  <a:pt x="56908" y="57772"/>
                </a:cubicBezTo>
                <a:lnTo>
                  <a:pt x="56908" y="98348"/>
                </a:lnTo>
                <a:close/>
                <a:moveTo>
                  <a:pt x="43002" y="98348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9" name="Picture 159"/>
          <p:cNvPicPr>
            <a:picLocks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74940" y="2925415"/>
            <a:ext cx="86271" cy="99237"/>
          </a:xfrm>
          <a:prstGeom prst="rect">
            <a:avLst/>
          </a:prstGeom>
          <a:noFill/>
        </p:spPr>
      </p:pic>
      <p:pic>
        <p:nvPicPr>
          <p:cNvPr id="160" name="Picture 160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84165" y="2899399"/>
            <a:ext cx="151034" cy="126706"/>
          </a:xfrm>
          <a:prstGeom prst="rect">
            <a:avLst/>
          </a:prstGeom>
          <a:noFill/>
        </p:spPr>
      </p:pic>
      <p:sp>
        <p:nvSpPr>
          <p:cNvPr id="161" name="Freeform 161"/>
          <p:cNvSpPr/>
          <p:nvPr/>
        </p:nvSpPr>
        <p:spPr>
          <a:xfrm>
            <a:off x="2236243" y="2912095"/>
            <a:ext cx="41236" cy="99859"/>
          </a:xfrm>
          <a:custGeom>
            <a:avLst/>
            <a:gdLst/>
            <a:ahLst/>
            <a:cxnLst/>
            <a:rect l="0" t="0" r="0" b="0"/>
            <a:pathLst>
              <a:path w="41236" h="99859">
                <a:moveTo>
                  <a:pt x="39662" y="96570"/>
                </a:moveTo>
                <a:cubicBezTo>
                  <a:pt x="37948" y="97535"/>
                  <a:pt x="35929" y="98335"/>
                  <a:pt x="33630" y="98944"/>
                </a:cubicBezTo>
                <a:cubicBezTo>
                  <a:pt x="31319" y="99554"/>
                  <a:pt x="28791" y="99859"/>
                  <a:pt x="26023" y="99859"/>
                </a:cubicBezTo>
                <a:cubicBezTo>
                  <a:pt x="23610" y="99859"/>
                  <a:pt x="21489" y="99529"/>
                  <a:pt x="19673" y="98843"/>
                </a:cubicBezTo>
                <a:cubicBezTo>
                  <a:pt x="17844" y="98157"/>
                  <a:pt x="16193" y="97090"/>
                  <a:pt x="14694" y="95618"/>
                </a:cubicBezTo>
                <a:cubicBezTo>
                  <a:pt x="13208" y="94145"/>
                  <a:pt x="12065" y="92214"/>
                  <a:pt x="11265" y="89814"/>
                </a:cubicBezTo>
                <a:cubicBezTo>
                  <a:pt x="10478" y="87426"/>
                  <a:pt x="10084" y="84518"/>
                  <a:pt x="10084" y="81089"/>
                </a:cubicBezTo>
                <a:lnTo>
                  <a:pt x="10084" y="40182"/>
                </a:lnTo>
                <a:lnTo>
                  <a:pt x="0" y="40182"/>
                </a:lnTo>
                <a:lnTo>
                  <a:pt x="0" y="27546"/>
                </a:lnTo>
                <a:lnTo>
                  <a:pt x="10084" y="27546"/>
                </a:lnTo>
                <a:lnTo>
                  <a:pt x="10084" y="7315"/>
                </a:lnTo>
                <a:lnTo>
                  <a:pt x="23724" y="0"/>
                </a:lnTo>
                <a:lnTo>
                  <a:pt x="23724" y="27546"/>
                </a:lnTo>
                <a:lnTo>
                  <a:pt x="41236" y="27546"/>
                </a:lnTo>
                <a:lnTo>
                  <a:pt x="41236" y="40182"/>
                </a:lnTo>
                <a:lnTo>
                  <a:pt x="23724" y="40182"/>
                </a:lnTo>
                <a:lnTo>
                  <a:pt x="23724" y="78651"/>
                </a:lnTo>
                <a:cubicBezTo>
                  <a:pt x="23724" y="80327"/>
                  <a:pt x="23864" y="81699"/>
                  <a:pt x="24143" y="82766"/>
                </a:cubicBezTo>
                <a:cubicBezTo>
                  <a:pt x="24422" y="83845"/>
                  <a:pt x="24867" y="84721"/>
                  <a:pt x="25464" y="85369"/>
                </a:cubicBezTo>
                <a:cubicBezTo>
                  <a:pt x="26061" y="86030"/>
                  <a:pt x="26810" y="86487"/>
                  <a:pt x="27737" y="86753"/>
                </a:cubicBezTo>
                <a:cubicBezTo>
                  <a:pt x="28664" y="87020"/>
                  <a:pt x="29744" y="87147"/>
                  <a:pt x="31026" y="87147"/>
                </a:cubicBezTo>
                <a:cubicBezTo>
                  <a:pt x="32830" y="87147"/>
                  <a:pt x="34659" y="86868"/>
                  <a:pt x="36526" y="86296"/>
                </a:cubicBezTo>
                <a:cubicBezTo>
                  <a:pt x="38392" y="85725"/>
                  <a:pt x="39966" y="85064"/>
                  <a:pt x="41236" y="84315"/>
                </a:cubicBezTo>
                <a:close/>
                <a:moveTo>
                  <a:pt x="39662" y="96570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2" name="Freeform 162"/>
          <p:cNvSpPr/>
          <p:nvPr/>
        </p:nvSpPr>
        <p:spPr>
          <a:xfrm>
            <a:off x="2285846" y="2912095"/>
            <a:ext cx="41236" cy="99859"/>
          </a:xfrm>
          <a:custGeom>
            <a:avLst/>
            <a:gdLst/>
            <a:ahLst/>
            <a:cxnLst/>
            <a:rect l="0" t="0" r="0" b="0"/>
            <a:pathLst>
              <a:path w="41236" h="99859">
                <a:moveTo>
                  <a:pt x="39662" y="96570"/>
                </a:moveTo>
                <a:cubicBezTo>
                  <a:pt x="37948" y="97535"/>
                  <a:pt x="35929" y="98335"/>
                  <a:pt x="33630" y="98944"/>
                </a:cubicBezTo>
                <a:cubicBezTo>
                  <a:pt x="31319" y="99554"/>
                  <a:pt x="28791" y="99859"/>
                  <a:pt x="26023" y="99859"/>
                </a:cubicBezTo>
                <a:cubicBezTo>
                  <a:pt x="23610" y="99859"/>
                  <a:pt x="21489" y="99529"/>
                  <a:pt x="19660" y="98843"/>
                </a:cubicBezTo>
                <a:cubicBezTo>
                  <a:pt x="17844" y="98157"/>
                  <a:pt x="16193" y="97090"/>
                  <a:pt x="14694" y="95618"/>
                </a:cubicBezTo>
                <a:cubicBezTo>
                  <a:pt x="13208" y="94145"/>
                  <a:pt x="12065" y="92214"/>
                  <a:pt x="11265" y="89814"/>
                </a:cubicBezTo>
                <a:cubicBezTo>
                  <a:pt x="10478" y="87426"/>
                  <a:pt x="10084" y="84518"/>
                  <a:pt x="10084" y="81089"/>
                </a:cubicBezTo>
                <a:lnTo>
                  <a:pt x="10084" y="40182"/>
                </a:lnTo>
                <a:lnTo>
                  <a:pt x="0" y="40182"/>
                </a:lnTo>
                <a:lnTo>
                  <a:pt x="0" y="27546"/>
                </a:lnTo>
                <a:lnTo>
                  <a:pt x="10084" y="27546"/>
                </a:lnTo>
                <a:lnTo>
                  <a:pt x="10084" y="7315"/>
                </a:lnTo>
                <a:lnTo>
                  <a:pt x="23724" y="0"/>
                </a:lnTo>
                <a:lnTo>
                  <a:pt x="23724" y="27546"/>
                </a:lnTo>
                <a:lnTo>
                  <a:pt x="41236" y="27546"/>
                </a:lnTo>
                <a:lnTo>
                  <a:pt x="41236" y="40182"/>
                </a:lnTo>
                <a:lnTo>
                  <a:pt x="23724" y="40182"/>
                </a:lnTo>
                <a:lnTo>
                  <a:pt x="23724" y="78651"/>
                </a:lnTo>
                <a:cubicBezTo>
                  <a:pt x="23724" y="80327"/>
                  <a:pt x="23864" y="81699"/>
                  <a:pt x="24143" y="82766"/>
                </a:cubicBezTo>
                <a:cubicBezTo>
                  <a:pt x="24422" y="83845"/>
                  <a:pt x="24867" y="84721"/>
                  <a:pt x="25464" y="85369"/>
                </a:cubicBezTo>
                <a:cubicBezTo>
                  <a:pt x="26061" y="86030"/>
                  <a:pt x="26810" y="86487"/>
                  <a:pt x="27737" y="86753"/>
                </a:cubicBezTo>
                <a:cubicBezTo>
                  <a:pt x="28664" y="87020"/>
                  <a:pt x="29757" y="87147"/>
                  <a:pt x="31026" y="87147"/>
                </a:cubicBezTo>
                <a:cubicBezTo>
                  <a:pt x="32830" y="87147"/>
                  <a:pt x="34659" y="86868"/>
                  <a:pt x="36526" y="86296"/>
                </a:cubicBezTo>
                <a:cubicBezTo>
                  <a:pt x="38392" y="85725"/>
                  <a:pt x="39966" y="85064"/>
                  <a:pt x="41236" y="84315"/>
                </a:cubicBezTo>
                <a:close/>
                <a:moveTo>
                  <a:pt x="39662" y="96570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3" name="Picture 163"/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24461" y="2925415"/>
            <a:ext cx="86271" cy="99237"/>
          </a:xfrm>
          <a:prstGeom prst="rect">
            <a:avLst/>
          </a:prstGeom>
          <a:noFill/>
        </p:spPr>
      </p:pic>
      <p:sp>
        <p:nvSpPr>
          <p:cNvPr id="164" name="Freeform 164"/>
          <p:cNvSpPr/>
          <p:nvPr/>
        </p:nvSpPr>
        <p:spPr>
          <a:xfrm>
            <a:off x="2412649" y="2938117"/>
            <a:ext cx="42099" cy="72326"/>
          </a:xfrm>
          <a:custGeom>
            <a:avLst/>
            <a:gdLst/>
            <a:ahLst/>
            <a:cxnLst/>
            <a:rect l="0" t="0" r="0" b="0"/>
            <a:pathLst>
              <a:path w="42099" h="72326">
                <a:moveTo>
                  <a:pt x="38404" y="16205"/>
                </a:moveTo>
                <a:cubicBezTo>
                  <a:pt x="36919" y="15367"/>
                  <a:pt x="35344" y="14732"/>
                  <a:pt x="33693" y="14300"/>
                </a:cubicBezTo>
                <a:cubicBezTo>
                  <a:pt x="32054" y="13856"/>
                  <a:pt x="30086" y="13640"/>
                  <a:pt x="27813" y="13640"/>
                </a:cubicBezTo>
                <a:cubicBezTo>
                  <a:pt x="23368" y="13640"/>
                  <a:pt x="19939" y="15164"/>
                  <a:pt x="17526" y="18211"/>
                </a:cubicBezTo>
                <a:cubicBezTo>
                  <a:pt x="15113" y="21259"/>
                  <a:pt x="13906" y="25831"/>
                  <a:pt x="13906" y="31876"/>
                </a:cubicBezTo>
                <a:lnTo>
                  <a:pt x="13906" y="72326"/>
                </a:lnTo>
                <a:lnTo>
                  <a:pt x="0" y="72326"/>
                </a:lnTo>
                <a:lnTo>
                  <a:pt x="0" y="1512"/>
                </a:lnTo>
                <a:lnTo>
                  <a:pt x="13906" y="1512"/>
                </a:lnTo>
                <a:lnTo>
                  <a:pt x="13906" y="8230"/>
                </a:lnTo>
                <a:cubicBezTo>
                  <a:pt x="14694" y="7049"/>
                  <a:pt x="15659" y="5969"/>
                  <a:pt x="16802" y="4979"/>
                </a:cubicBezTo>
                <a:cubicBezTo>
                  <a:pt x="17945" y="3988"/>
                  <a:pt x="19202" y="3125"/>
                  <a:pt x="20586" y="2375"/>
                </a:cubicBezTo>
                <a:cubicBezTo>
                  <a:pt x="21971" y="1626"/>
                  <a:pt x="23457" y="1042"/>
                  <a:pt x="25031" y="623"/>
                </a:cubicBezTo>
                <a:cubicBezTo>
                  <a:pt x="26619" y="216"/>
                  <a:pt x="28283" y="0"/>
                  <a:pt x="30048" y="0"/>
                </a:cubicBezTo>
                <a:cubicBezTo>
                  <a:pt x="32893" y="0"/>
                  <a:pt x="35268" y="267"/>
                  <a:pt x="37160" y="788"/>
                </a:cubicBezTo>
                <a:cubicBezTo>
                  <a:pt x="39039" y="1321"/>
                  <a:pt x="40690" y="2045"/>
                  <a:pt x="42099" y="2959"/>
                </a:cubicBezTo>
                <a:close/>
                <a:moveTo>
                  <a:pt x="38404" y="16205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5" name="Freeform 165"/>
          <p:cNvSpPr/>
          <p:nvPr/>
        </p:nvSpPr>
        <p:spPr>
          <a:xfrm>
            <a:off x="2494262" y="2912095"/>
            <a:ext cx="41236" cy="99859"/>
          </a:xfrm>
          <a:custGeom>
            <a:avLst/>
            <a:gdLst/>
            <a:ahLst/>
            <a:cxnLst/>
            <a:rect l="0" t="0" r="0" b="0"/>
            <a:pathLst>
              <a:path w="41236" h="99859">
                <a:moveTo>
                  <a:pt x="39662" y="96570"/>
                </a:moveTo>
                <a:cubicBezTo>
                  <a:pt x="37948" y="97535"/>
                  <a:pt x="35929" y="98335"/>
                  <a:pt x="33630" y="98944"/>
                </a:cubicBezTo>
                <a:cubicBezTo>
                  <a:pt x="31319" y="99554"/>
                  <a:pt x="28791" y="99859"/>
                  <a:pt x="26023" y="99859"/>
                </a:cubicBezTo>
                <a:cubicBezTo>
                  <a:pt x="23610" y="99859"/>
                  <a:pt x="21489" y="99529"/>
                  <a:pt x="19660" y="98843"/>
                </a:cubicBezTo>
                <a:cubicBezTo>
                  <a:pt x="17844" y="98157"/>
                  <a:pt x="16193" y="97090"/>
                  <a:pt x="14694" y="95618"/>
                </a:cubicBezTo>
                <a:cubicBezTo>
                  <a:pt x="13208" y="94145"/>
                  <a:pt x="12065" y="92214"/>
                  <a:pt x="11265" y="89814"/>
                </a:cubicBezTo>
                <a:cubicBezTo>
                  <a:pt x="10478" y="87426"/>
                  <a:pt x="10084" y="84518"/>
                  <a:pt x="10084" y="81089"/>
                </a:cubicBezTo>
                <a:lnTo>
                  <a:pt x="10084" y="40182"/>
                </a:lnTo>
                <a:lnTo>
                  <a:pt x="0" y="40182"/>
                </a:lnTo>
                <a:lnTo>
                  <a:pt x="0" y="27546"/>
                </a:lnTo>
                <a:lnTo>
                  <a:pt x="10084" y="27546"/>
                </a:lnTo>
                <a:lnTo>
                  <a:pt x="10084" y="7315"/>
                </a:lnTo>
                <a:lnTo>
                  <a:pt x="23724" y="0"/>
                </a:lnTo>
                <a:lnTo>
                  <a:pt x="23724" y="27546"/>
                </a:lnTo>
                <a:lnTo>
                  <a:pt x="41236" y="27546"/>
                </a:lnTo>
                <a:lnTo>
                  <a:pt x="41236" y="40182"/>
                </a:lnTo>
                <a:lnTo>
                  <a:pt x="23724" y="40182"/>
                </a:lnTo>
                <a:lnTo>
                  <a:pt x="23724" y="78651"/>
                </a:lnTo>
                <a:cubicBezTo>
                  <a:pt x="23724" y="80327"/>
                  <a:pt x="23864" y="81699"/>
                  <a:pt x="24143" y="82766"/>
                </a:cubicBezTo>
                <a:cubicBezTo>
                  <a:pt x="24422" y="83845"/>
                  <a:pt x="24867" y="84721"/>
                  <a:pt x="25464" y="85369"/>
                </a:cubicBezTo>
                <a:cubicBezTo>
                  <a:pt x="26061" y="86030"/>
                  <a:pt x="26810" y="86487"/>
                  <a:pt x="27737" y="86753"/>
                </a:cubicBezTo>
                <a:cubicBezTo>
                  <a:pt x="28664" y="87020"/>
                  <a:pt x="29757" y="87147"/>
                  <a:pt x="31026" y="87147"/>
                </a:cubicBezTo>
                <a:cubicBezTo>
                  <a:pt x="32830" y="87147"/>
                  <a:pt x="34659" y="86868"/>
                  <a:pt x="36526" y="86296"/>
                </a:cubicBezTo>
                <a:cubicBezTo>
                  <a:pt x="38392" y="85725"/>
                  <a:pt x="39966" y="85064"/>
                  <a:pt x="41236" y="84315"/>
                </a:cubicBezTo>
                <a:close/>
                <a:moveTo>
                  <a:pt x="39662" y="96570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6" name="Freeform 166"/>
          <p:cNvSpPr/>
          <p:nvPr/>
        </p:nvSpPr>
        <p:spPr>
          <a:xfrm>
            <a:off x="2551719" y="2912096"/>
            <a:ext cx="56908" cy="98348"/>
          </a:xfrm>
          <a:custGeom>
            <a:avLst/>
            <a:gdLst/>
            <a:ahLst/>
            <a:cxnLst/>
            <a:rect l="0" t="0" r="0" b="0"/>
            <a:pathLst>
              <a:path w="56908" h="98348">
                <a:moveTo>
                  <a:pt x="43002" y="98348"/>
                </a:moveTo>
                <a:lnTo>
                  <a:pt x="43002" y="58305"/>
                </a:lnTo>
                <a:cubicBezTo>
                  <a:pt x="43002" y="51752"/>
                  <a:pt x="41847" y="46875"/>
                  <a:pt x="39510" y="43675"/>
                </a:cubicBezTo>
                <a:cubicBezTo>
                  <a:pt x="37186" y="40475"/>
                  <a:pt x="33503" y="38874"/>
                  <a:pt x="28448" y="38874"/>
                </a:cubicBezTo>
                <a:cubicBezTo>
                  <a:pt x="26289" y="38874"/>
                  <a:pt x="24308" y="39217"/>
                  <a:pt x="22492" y="39916"/>
                </a:cubicBezTo>
                <a:cubicBezTo>
                  <a:pt x="20663" y="40627"/>
                  <a:pt x="19101" y="41783"/>
                  <a:pt x="17818" y="43408"/>
                </a:cubicBezTo>
                <a:cubicBezTo>
                  <a:pt x="16510" y="45034"/>
                  <a:pt x="15545" y="46952"/>
                  <a:pt x="14885" y="49149"/>
                </a:cubicBezTo>
                <a:cubicBezTo>
                  <a:pt x="14224" y="51346"/>
                  <a:pt x="13894" y="53924"/>
                  <a:pt x="13894" y="56921"/>
                </a:cubicBezTo>
                <a:lnTo>
                  <a:pt x="13894" y="98348"/>
                </a:lnTo>
                <a:lnTo>
                  <a:pt x="0" y="98348"/>
                </a:lnTo>
                <a:lnTo>
                  <a:pt x="0" y="7315"/>
                </a:lnTo>
                <a:lnTo>
                  <a:pt x="13894" y="0"/>
                </a:lnTo>
                <a:lnTo>
                  <a:pt x="13894" y="34252"/>
                </a:lnTo>
                <a:cubicBezTo>
                  <a:pt x="14770" y="32982"/>
                  <a:pt x="15850" y="31826"/>
                  <a:pt x="17120" y="30797"/>
                </a:cubicBezTo>
                <a:cubicBezTo>
                  <a:pt x="18403" y="29768"/>
                  <a:pt x="19800" y="28905"/>
                  <a:pt x="21336" y="28194"/>
                </a:cubicBezTo>
                <a:cubicBezTo>
                  <a:pt x="22873" y="27495"/>
                  <a:pt x="24524" y="26962"/>
                  <a:pt x="26277" y="26581"/>
                </a:cubicBezTo>
                <a:cubicBezTo>
                  <a:pt x="28029" y="26213"/>
                  <a:pt x="29833" y="26022"/>
                  <a:pt x="31674" y="26022"/>
                </a:cubicBezTo>
                <a:cubicBezTo>
                  <a:pt x="35929" y="26022"/>
                  <a:pt x="39624" y="26708"/>
                  <a:pt x="42736" y="28067"/>
                </a:cubicBezTo>
                <a:cubicBezTo>
                  <a:pt x="45859" y="29426"/>
                  <a:pt x="48488" y="31432"/>
                  <a:pt x="50609" y="34099"/>
                </a:cubicBezTo>
                <a:cubicBezTo>
                  <a:pt x="52742" y="36754"/>
                  <a:pt x="54330" y="40132"/>
                  <a:pt x="55359" y="44234"/>
                </a:cubicBezTo>
                <a:cubicBezTo>
                  <a:pt x="56387" y="48336"/>
                  <a:pt x="56908" y="52857"/>
                  <a:pt x="56908" y="57772"/>
                </a:cubicBezTo>
                <a:lnTo>
                  <a:pt x="56908" y="98348"/>
                </a:lnTo>
                <a:close/>
                <a:moveTo>
                  <a:pt x="43002" y="98348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7" name="Picture 167"/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09748" y="2925415"/>
            <a:ext cx="86271" cy="99237"/>
          </a:xfrm>
          <a:prstGeom prst="rect">
            <a:avLst/>
          </a:prstGeom>
          <a:noFill/>
        </p:spPr>
      </p:pic>
      <p:pic>
        <p:nvPicPr>
          <p:cNvPr id="168" name="Picture 168"/>
          <p:cNvPicPr>
            <a:picLocks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15544" y="2925419"/>
            <a:ext cx="83045" cy="99237"/>
          </a:xfrm>
          <a:prstGeom prst="rect">
            <a:avLst/>
          </a:prstGeom>
          <a:noFill/>
        </p:spPr>
      </p:pic>
      <p:sp>
        <p:nvSpPr>
          <p:cNvPr id="169" name="Freeform 169"/>
          <p:cNvSpPr/>
          <p:nvPr/>
        </p:nvSpPr>
        <p:spPr>
          <a:xfrm>
            <a:off x="2803142" y="2938119"/>
            <a:ext cx="56908" cy="72326"/>
          </a:xfrm>
          <a:custGeom>
            <a:avLst/>
            <a:gdLst/>
            <a:ahLst/>
            <a:cxnLst/>
            <a:rect l="0" t="0" r="0" b="0"/>
            <a:pathLst>
              <a:path w="56908" h="72326">
                <a:moveTo>
                  <a:pt x="43002" y="72326"/>
                </a:moveTo>
                <a:lnTo>
                  <a:pt x="43002" y="32283"/>
                </a:lnTo>
                <a:cubicBezTo>
                  <a:pt x="43002" y="25870"/>
                  <a:pt x="41859" y="21019"/>
                  <a:pt x="39586" y="17755"/>
                </a:cubicBezTo>
                <a:cubicBezTo>
                  <a:pt x="37300" y="14478"/>
                  <a:pt x="33579" y="12852"/>
                  <a:pt x="28448" y="12852"/>
                </a:cubicBezTo>
                <a:cubicBezTo>
                  <a:pt x="26213" y="12852"/>
                  <a:pt x="24143" y="13233"/>
                  <a:pt x="22263" y="14033"/>
                </a:cubicBezTo>
                <a:cubicBezTo>
                  <a:pt x="20371" y="14821"/>
                  <a:pt x="18796" y="16053"/>
                  <a:pt x="17526" y="17716"/>
                </a:cubicBezTo>
                <a:cubicBezTo>
                  <a:pt x="16244" y="19393"/>
                  <a:pt x="15329" y="21349"/>
                  <a:pt x="14745" y="23622"/>
                </a:cubicBezTo>
                <a:cubicBezTo>
                  <a:pt x="14186" y="25883"/>
                  <a:pt x="13894" y="28308"/>
                  <a:pt x="13894" y="30899"/>
                </a:cubicBezTo>
                <a:lnTo>
                  <a:pt x="13894" y="72326"/>
                </a:lnTo>
                <a:lnTo>
                  <a:pt x="0" y="72326"/>
                </a:lnTo>
                <a:lnTo>
                  <a:pt x="0" y="1511"/>
                </a:lnTo>
                <a:lnTo>
                  <a:pt x="13894" y="1511"/>
                </a:lnTo>
                <a:lnTo>
                  <a:pt x="13894" y="8230"/>
                </a:lnTo>
                <a:cubicBezTo>
                  <a:pt x="14770" y="6960"/>
                  <a:pt x="15850" y="5804"/>
                  <a:pt x="17120" y="4775"/>
                </a:cubicBezTo>
                <a:cubicBezTo>
                  <a:pt x="18403" y="3746"/>
                  <a:pt x="19800" y="2883"/>
                  <a:pt x="21336" y="2172"/>
                </a:cubicBezTo>
                <a:cubicBezTo>
                  <a:pt x="22873" y="1473"/>
                  <a:pt x="24524" y="940"/>
                  <a:pt x="26277" y="559"/>
                </a:cubicBezTo>
                <a:cubicBezTo>
                  <a:pt x="28029" y="191"/>
                  <a:pt x="29833" y="0"/>
                  <a:pt x="31674" y="0"/>
                </a:cubicBezTo>
                <a:cubicBezTo>
                  <a:pt x="35929" y="0"/>
                  <a:pt x="39637" y="699"/>
                  <a:pt x="42787" y="2070"/>
                </a:cubicBezTo>
                <a:cubicBezTo>
                  <a:pt x="45923" y="3454"/>
                  <a:pt x="48526" y="5448"/>
                  <a:pt x="50609" y="8039"/>
                </a:cubicBezTo>
                <a:cubicBezTo>
                  <a:pt x="52704" y="10630"/>
                  <a:pt x="54266" y="13894"/>
                  <a:pt x="55321" y="17856"/>
                </a:cubicBezTo>
                <a:cubicBezTo>
                  <a:pt x="56375" y="21806"/>
                  <a:pt x="56908" y="26441"/>
                  <a:pt x="56908" y="31750"/>
                </a:cubicBezTo>
                <a:lnTo>
                  <a:pt x="56908" y="72326"/>
                </a:lnTo>
                <a:close/>
                <a:moveTo>
                  <a:pt x="43002" y="72326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0" name="Freeform 170"/>
          <p:cNvSpPr/>
          <p:nvPr/>
        </p:nvSpPr>
        <p:spPr>
          <a:xfrm>
            <a:off x="2873103" y="2938123"/>
            <a:ext cx="53682" cy="73836"/>
          </a:xfrm>
          <a:custGeom>
            <a:avLst/>
            <a:gdLst/>
            <a:ahLst/>
            <a:cxnLst/>
            <a:rect l="0" t="0" r="0" b="0"/>
            <a:pathLst>
              <a:path w="53682" h="73836">
                <a:moveTo>
                  <a:pt x="50850" y="7835"/>
                </a:moveTo>
                <a:lnTo>
                  <a:pt x="44793" y="18502"/>
                </a:lnTo>
                <a:cubicBezTo>
                  <a:pt x="41884" y="16445"/>
                  <a:pt x="38963" y="14908"/>
                  <a:pt x="35992" y="13930"/>
                </a:cubicBezTo>
                <a:cubicBezTo>
                  <a:pt x="33032" y="12940"/>
                  <a:pt x="29857" y="12445"/>
                  <a:pt x="26479" y="12445"/>
                </a:cubicBezTo>
                <a:cubicBezTo>
                  <a:pt x="23050" y="12445"/>
                  <a:pt x="20574" y="13041"/>
                  <a:pt x="19037" y="14261"/>
                </a:cubicBezTo>
                <a:cubicBezTo>
                  <a:pt x="17488" y="15467"/>
                  <a:pt x="16726" y="17017"/>
                  <a:pt x="16726" y="18896"/>
                </a:cubicBezTo>
                <a:cubicBezTo>
                  <a:pt x="16726" y="19772"/>
                  <a:pt x="16916" y="20611"/>
                  <a:pt x="17297" y="21398"/>
                </a:cubicBezTo>
                <a:cubicBezTo>
                  <a:pt x="17665" y="22198"/>
                  <a:pt x="18326" y="22986"/>
                  <a:pt x="19304" y="23773"/>
                </a:cubicBezTo>
                <a:cubicBezTo>
                  <a:pt x="20269" y="24560"/>
                  <a:pt x="21590" y="25399"/>
                  <a:pt x="23279" y="26275"/>
                </a:cubicBezTo>
                <a:cubicBezTo>
                  <a:pt x="24981" y="27151"/>
                  <a:pt x="27152" y="28129"/>
                  <a:pt x="29832" y="29170"/>
                </a:cubicBezTo>
                <a:cubicBezTo>
                  <a:pt x="33794" y="30720"/>
                  <a:pt x="37249" y="32180"/>
                  <a:pt x="40208" y="33590"/>
                </a:cubicBezTo>
                <a:cubicBezTo>
                  <a:pt x="43180" y="35000"/>
                  <a:pt x="45656" y="36562"/>
                  <a:pt x="47650" y="38302"/>
                </a:cubicBezTo>
                <a:cubicBezTo>
                  <a:pt x="49657" y="40029"/>
                  <a:pt x="51154" y="42061"/>
                  <a:pt x="52158" y="44398"/>
                </a:cubicBezTo>
                <a:cubicBezTo>
                  <a:pt x="53174" y="46722"/>
                  <a:pt x="53682" y="49554"/>
                  <a:pt x="53682" y="52894"/>
                </a:cubicBezTo>
                <a:cubicBezTo>
                  <a:pt x="53682" y="56793"/>
                  <a:pt x="52945" y="60095"/>
                  <a:pt x="51472" y="62775"/>
                </a:cubicBezTo>
                <a:cubicBezTo>
                  <a:pt x="50000" y="65442"/>
                  <a:pt x="48044" y="67613"/>
                  <a:pt x="45605" y="69264"/>
                </a:cubicBezTo>
                <a:cubicBezTo>
                  <a:pt x="43180" y="70903"/>
                  <a:pt x="40348" y="72084"/>
                  <a:pt x="37147" y="72782"/>
                </a:cubicBezTo>
                <a:cubicBezTo>
                  <a:pt x="33934" y="73481"/>
                  <a:pt x="30607" y="73836"/>
                  <a:pt x="27127" y="73836"/>
                </a:cubicBezTo>
                <a:cubicBezTo>
                  <a:pt x="22656" y="73836"/>
                  <a:pt x="17945" y="73011"/>
                  <a:pt x="13004" y="71373"/>
                </a:cubicBezTo>
                <a:cubicBezTo>
                  <a:pt x="8064" y="69722"/>
                  <a:pt x="3733" y="67512"/>
                  <a:pt x="0" y="64743"/>
                </a:cubicBezTo>
                <a:lnTo>
                  <a:pt x="6324" y="54266"/>
                </a:lnTo>
                <a:cubicBezTo>
                  <a:pt x="9652" y="56552"/>
                  <a:pt x="13106" y="58292"/>
                  <a:pt x="16662" y="59473"/>
                </a:cubicBezTo>
                <a:cubicBezTo>
                  <a:pt x="20218" y="60666"/>
                  <a:pt x="23660" y="61251"/>
                  <a:pt x="27000" y="61251"/>
                </a:cubicBezTo>
                <a:cubicBezTo>
                  <a:pt x="31394" y="61251"/>
                  <a:pt x="34645" y="60578"/>
                  <a:pt x="36753" y="59206"/>
                </a:cubicBezTo>
                <a:cubicBezTo>
                  <a:pt x="38862" y="57847"/>
                  <a:pt x="39903" y="55917"/>
                  <a:pt x="39903" y="53415"/>
                </a:cubicBezTo>
                <a:cubicBezTo>
                  <a:pt x="39903" y="52056"/>
                  <a:pt x="39535" y="50862"/>
                  <a:pt x="38786" y="49833"/>
                </a:cubicBezTo>
                <a:cubicBezTo>
                  <a:pt x="38049" y="48792"/>
                  <a:pt x="36957" y="47827"/>
                  <a:pt x="35534" y="46925"/>
                </a:cubicBezTo>
                <a:cubicBezTo>
                  <a:pt x="34099" y="46023"/>
                  <a:pt x="32385" y="45147"/>
                  <a:pt x="30365" y="44296"/>
                </a:cubicBezTo>
                <a:cubicBezTo>
                  <a:pt x="28346" y="43433"/>
                  <a:pt x="26047" y="42531"/>
                  <a:pt x="23507" y="41566"/>
                </a:cubicBezTo>
                <a:cubicBezTo>
                  <a:pt x="19685" y="40067"/>
                  <a:pt x="16459" y="38594"/>
                  <a:pt x="13792" y="37146"/>
                </a:cubicBezTo>
                <a:cubicBezTo>
                  <a:pt x="11138" y="35698"/>
                  <a:pt x="8991" y="34123"/>
                  <a:pt x="7340" y="32409"/>
                </a:cubicBezTo>
                <a:cubicBezTo>
                  <a:pt x="5689" y="30694"/>
                  <a:pt x="4508" y="28777"/>
                  <a:pt x="3784" y="26669"/>
                </a:cubicBezTo>
                <a:cubicBezTo>
                  <a:pt x="3060" y="24560"/>
                  <a:pt x="2705" y="22109"/>
                  <a:pt x="2705" y="19290"/>
                </a:cubicBezTo>
                <a:cubicBezTo>
                  <a:pt x="2705" y="16128"/>
                  <a:pt x="3289" y="13346"/>
                  <a:pt x="4470" y="10933"/>
                </a:cubicBezTo>
                <a:cubicBezTo>
                  <a:pt x="5664" y="8520"/>
                  <a:pt x="7328" y="6515"/>
                  <a:pt x="9487" y="4902"/>
                </a:cubicBezTo>
                <a:cubicBezTo>
                  <a:pt x="11633" y="3302"/>
                  <a:pt x="14173" y="2082"/>
                  <a:pt x="17119" y="1257"/>
                </a:cubicBezTo>
                <a:cubicBezTo>
                  <a:pt x="20066" y="419"/>
                  <a:pt x="23317" y="0"/>
                  <a:pt x="26873" y="0"/>
                </a:cubicBezTo>
                <a:cubicBezTo>
                  <a:pt x="31343" y="0"/>
                  <a:pt x="35674" y="723"/>
                  <a:pt x="39852" y="2171"/>
                </a:cubicBezTo>
                <a:cubicBezTo>
                  <a:pt x="44018" y="3619"/>
                  <a:pt x="47688" y="5511"/>
                  <a:pt x="50850" y="7835"/>
                </a:cubicBez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1" name="Freeform 171"/>
          <p:cNvSpPr/>
          <p:nvPr/>
        </p:nvSpPr>
        <p:spPr>
          <a:xfrm>
            <a:off x="2933698" y="2939630"/>
            <a:ext cx="89191" cy="70815"/>
          </a:xfrm>
          <a:custGeom>
            <a:avLst/>
            <a:gdLst/>
            <a:ahLst/>
            <a:cxnLst/>
            <a:rect l="0" t="0" r="0" b="0"/>
            <a:pathLst>
              <a:path w="89191" h="70815">
                <a:moveTo>
                  <a:pt x="69494" y="70815"/>
                </a:moveTo>
                <a:lnTo>
                  <a:pt x="57569" y="70815"/>
                </a:lnTo>
                <a:lnTo>
                  <a:pt x="44399" y="21285"/>
                </a:lnTo>
                <a:lnTo>
                  <a:pt x="31280" y="70815"/>
                </a:lnTo>
                <a:lnTo>
                  <a:pt x="19444" y="70815"/>
                </a:lnTo>
                <a:lnTo>
                  <a:pt x="0" y="0"/>
                </a:lnTo>
                <a:lnTo>
                  <a:pt x="13767" y="0"/>
                </a:lnTo>
                <a:lnTo>
                  <a:pt x="25629" y="48616"/>
                </a:lnTo>
                <a:lnTo>
                  <a:pt x="39002" y="0"/>
                </a:lnTo>
                <a:lnTo>
                  <a:pt x="50191" y="0"/>
                </a:lnTo>
                <a:lnTo>
                  <a:pt x="63640" y="48616"/>
                </a:lnTo>
                <a:lnTo>
                  <a:pt x="75424" y="0"/>
                </a:lnTo>
                <a:lnTo>
                  <a:pt x="89191" y="0"/>
                </a:lnTo>
                <a:close/>
                <a:moveTo>
                  <a:pt x="69494" y="70815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72" name="Picture 172"/>
          <p:cNvPicPr>
            <a:picLocks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17302" y="2925415"/>
            <a:ext cx="86271" cy="99237"/>
          </a:xfrm>
          <a:prstGeom prst="rect">
            <a:avLst/>
          </a:prstGeom>
          <a:noFill/>
        </p:spPr>
      </p:pic>
      <p:sp>
        <p:nvSpPr>
          <p:cNvPr id="173" name="Freeform 173"/>
          <p:cNvSpPr/>
          <p:nvPr/>
        </p:nvSpPr>
        <p:spPr>
          <a:xfrm>
            <a:off x="3105490" y="2938117"/>
            <a:ext cx="42099" cy="72326"/>
          </a:xfrm>
          <a:custGeom>
            <a:avLst/>
            <a:gdLst/>
            <a:ahLst/>
            <a:cxnLst/>
            <a:rect l="0" t="0" r="0" b="0"/>
            <a:pathLst>
              <a:path w="42099" h="72326">
                <a:moveTo>
                  <a:pt x="38404" y="16205"/>
                </a:moveTo>
                <a:cubicBezTo>
                  <a:pt x="36919" y="15367"/>
                  <a:pt x="35344" y="14732"/>
                  <a:pt x="33693" y="14300"/>
                </a:cubicBezTo>
                <a:cubicBezTo>
                  <a:pt x="32054" y="13856"/>
                  <a:pt x="30086" y="13640"/>
                  <a:pt x="27800" y="13640"/>
                </a:cubicBezTo>
                <a:cubicBezTo>
                  <a:pt x="23368" y="13640"/>
                  <a:pt x="19939" y="15164"/>
                  <a:pt x="17526" y="18211"/>
                </a:cubicBezTo>
                <a:cubicBezTo>
                  <a:pt x="15113" y="21259"/>
                  <a:pt x="13906" y="25831"/>
                  <a:pt x="13906" y="31876"/>
                </a:cubicBezTo>
                <a:lnTo>
                  <a:pt x="13906" y="72326"/>
                </a:lnTo>
                <a:lnTo>
                  <a:pt x="0" y="72326"/>
                </a:lnTo>
                <a:lnTo>
                  <a:pt x="0" y="1512"/>
                </a:lnTo>
                <a:lnTo>
                  <a:pt x="13906" y="1512"/>
                </a:lnTo>
                <a:lnTo>
                  <a:pt x="13906" y="8230"/>
                </a:lnTo>
                <a:cubicBezTo>
                  <a:pt x="14694" y="7049"/>
                  <a:pt x="15659" y="5969"/>
                  <a:pt x="16802" y="4979"/>
                </a:cubicBezTo>
                <a:cubicBezTo>
                  <a:pt x="17945" y="3988"/>
                  <a:pt x="19202" y="3125"/>
                  <a:pt x="20586" y="2375"/>
                </a:cubicBezTo>
                <a:cubicBezTo>
                  <a:pt x="21971" y="1626"/>
                  <a:pt x="23457" y="1042"/>
                  <a:pt x="25031" y="623"/>
                </a:cubicBezTo>
                <a:cubicBezTo>
                  <a:pt x="26619" y="216"/>
                  <a:pt x="28283" y="0"/>
                  <a:pt x="30048" y="0"/>
                </a:cubicBezTo>
                <a:cubicBezTo>
                  <a:pt x="32893" y="0"/>
                  <a:pt x="35268" y="267"/>
                  <a:pt x="37160" y="788"/>
                </a:cubicBezTo>
                <a:cubicBezTo>
                  <a:pt x="39039" y="1321"/>
                  <a:pt x="40690" y="2045"/>
                  <a:pt x="42099" y="2959"/>
                </a:cubicBezTo>
                <a:close/>
                <a:moveTo>
                  <a:pt x="38404" y="16205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4" name="Freeform 174"/>
          <p:cNvSpPr/>
          <p:nvPr/>
        </p:nvSpPr>
        <p:spPr>
          <a:xfrm>
            <a:off x="3142326" y="2990492"/>
            <a:ext cx="21272" cy="21462"/>
          </a:xfrm>
          <a:custGeom>
            <a:avLst/>
            <a:gdLst/>
            <a:ahLst/>
            <a:cxnLst/>
            <a:rect l="0" t="0" r="0" b="0"/>
            <a:pathLst>
              <a:path w="21272" h="21462">
                <a:moveTo>
                  <a:pt x="21272" y="10795"/>
                </a:moveTo>
                <a:cubicBezTo>
                  <a:pt x="21272" y="12293"/>
                  <a:pt x="21006" y="13690"/>
                  <a:pt x="20447" y="14986"/>
                </a:cubicBezTo>
                <a:cubicBezTo>
                  <a:pt x="19901" y="16281"/>
                  <a:pt x="19139" y="17411"/>
                  <a:pt x="18174" y="18364"/>
                </a:cubicBezTo>
                <a:cubicBezTo>
                  <a:pt x="17209" y="19342"/>
                  <a:pt x="16078" y="20091"/>
                  <a:pt x="14783" y="20650"/>
                </a:cubicBezTo>
                <a:cubicBezTo>
                  <a:pt x="13487" y="21196"/>
                  <a:pt x="12090" y="21462"/>
                  <a:pt x="10605" y="21462"/>
                </a:cubicBezTo>
                <a:cubicBezTo>
                  <a:pt x="9106" y="21462"/>
                  <a:pt x="7709" y="21196"/>
                  <a:pt x="6414" y="20650"/>
                </a:cubicBezTo>
                <a:cubicBezTo>
                  <a:pt x="5118" y="20091"/>
                  <a:pt x="4000" y="19342"/>
                  <a:pt x="3061" y="18364"/>
                </a:cubicBezTo>
                <a:cubicBezTo>
                  <a:pt x="2108" y="17411"/>
                  <a:pt x="1372" y="16281"/>
                  <a:pt x="825" y="14986"/>
                </a:cubicBezTo>
                <a:cubicBezTo>
                  <a:pt x="267" y="13690"/>
                  <a:pt x="0" y="12293"/>
                  <a:pt x="0" y="10795"/>
                </a:cubicBezTo>
                <a:cubicBezTo>
                  <a:pt x="0" y="9310"/>
                  <a:pt x="267" y="7913"/>
                  <a:pt x="825" y="6617"/>
                </a:cubicBezTo>
                <a:cubicBezTo>
                  <a:pt x="1372" y="5322"/>
                  <a:pt x="2108" y="4179"/>
                  <a:pt x="3061" y="3188"/>
                </a:cubicBezTo>
                <a:cubicBezTo>
                  <a:pt x="4000" y="2198"/>
                  <a:pt x="5118" y="1423"/>
                  <a:pt x="6414" y="851"/>
                </a:cubicBezTo>
                <a:cubicBezTo>
                  <a:pt x="7709" y="280"/>
                  <a:pt x="9106" y="0"/>
                  <a:pt x="10605" y="0"/>
                </a:cubicBezTo>
                <a:cubicBezTo>
                  <a:pt x="12090" y="0"/>
                  <a:pt x="13487" y="280"/>
                  <a:pt x="14783" y="851"/>
                </a:cubicBezTo>
                <a:cubicBezTo>
                  <a:pt x="16078" y="1423"/>
                  <a:pt x="17209" y="2198"/>
                  <a:pt x="18174" y="3188"/>
                </a:cubicBezTo>
                <a:cubicBezTo>
                  <a:pt x="19139" y="4179"/>
                  <a:pt x="19901" y="5322"/>
                  <a:pt x="20447" y="6617"/>
                </a:cubicBezTo>
                <a:cubicBezTo>
                  <a:pt x="21006" y="7913"/>
                  <a:pt x="21272" y="9310"/>
                  <a:pt x="21272" y="10795"/>
                </a:cubicBez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5" name="Freeform 175"/>
          <p:cNvSpPr/>
          <p:nvPr/>
        </p:nvSpPr>
        <p:spPr>
          <a:xfrm>
            <a:off x="3225803" y="2913938"/>
            <a:ext cx="69227" cy="94449"/>
          </a:xfrm>
          <a:custGeom>
            <a:avLst/>
            <a:gdLst/>
            <a:ahLst/>
            <a:cxnLst/>
            <a:rect l="0" t="0" r="0" b="0"/>
            <a:pathLst>
              <a:path w="69227" h="94449">
                <a:moveTo>
                  <a:pt x="41694" y="13893"/>
                </a:moveTo>
                <a:lnTo>
                  <a:pt x="41694" y="94449"/>
                </a:lnTo>
                <a:lnTo>
                  <a:pt x="27534" y="94449"/>
                </a:lnTo>
                <a:lnTo>
                  <a:pt x="27534" y="13893"/>
                </a:lnTo>
                <a:lnTo>
                  <a:pt x="0" y="13893"/>
                </a:lnTo>
                <a:lnTo>
                  <a:pt x="0" y="0"/>
                </a:lnTo>
                <a:lnTo>
                  <a:pt x="69227" y="0"/>
                </a:lnTo>
                <a:lnTo>
                  <a:pt x="69227" y="13893"/>
                </a:lnTo>
                <a:close/>
                <a:moveTo>
                  <a:pt x="41694" y="13893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6" name="Freeform 176"/>
          <p:cNvSpPr/>
          <p:nvPr/>
        </p:nvSpPr>
        <p:spPr>
          <a:xfrm>
            <a:off x="3306892" y="2910043"/>
            <a:ext cx="56908" cy="98348"/>
          </a:xfrm>
          <a:custGeom>
            <a:avLst/>
            <a:gdLst/>
            <a:ahLst/>
            <a:cxnLst/>
            <a:rect l="0" t="0" r="0" b="0"/>
            <a:pathLst>
              <a:path w="56908" h="98348">
                <a:moveTo>
                  <a:pt x="43002" y="98348"/>
                </a:moveTo>
                <a:lnTo>
                  <a:pt x="43002" y="58305"/>
                </a:lnTo>
                <a:cubicBezTo>
                  <a:pt x="43002" y="51752"/>
                  <a:pt x="41847" y="46875"/>
                  <a:pt x="39510" y="43675"/>
                </a:cubicBezTo>
                <a:cubicBezTo>
                  <a:pt x="37186" y="40475"/>
                  <a:pt x="33503" y="38874"/>
                  <a:pt x="28448" y="38874"/>
                </a:cubicBezTo>
                <a:cubicBezTo>
                  <a:pt x="26289" y="38874"/>
                  <a:pt x="24308" y="39217"/>
                  <a:pt x="22492" y="39929"/>
                </a:cubicBezTo>
                <a:cubicBezTo>
                  <a:pt x="20663" y="40627"/>
                  <a:pt x="19101" y="41783"/>
                  <a:pt x="17818" y="43408"/>
                </a:cubicBezTo>
                <a:cubicBezTo>
                  <a:pt x="16510" y="45034"/>
                  <a:pt x="15545" y="46952"/>
                  <a:pt x="14885" y="49149"/>
                </a:cubicBezTo>
                <a:cubicBezTo>
                  <a:pt x="14224" y="51346"/>
                  <a:pt x="13894" y="53924"/>
                  <a:pt x="13894" y="56921"/>
                </a:cubicBezTo>
                <a:lnTo>
                  <a:pt x="13894" y="98348"/>
                </a:lnTo>
                <a:lnTo>
                  <a:pt x="0" y="98348"/>
                </a:lnTo>
                <a:lnTo>
                  <a:pt x="0" y="7315"/>
                </a:lnTo>
                <a:lnTo>
                  <a:pt x="13894" y="0"/>
                </a:lnTo>
                <a:lnTo>
                  <a:pt x="13894" y="34252"/>
                </a:lnTo>
                <a:cubicBezTo>
                  <a:pt x="14770" y="32982"/>
                  <a:pt x="15850" y="31826"/>
                  <a:pt x="17120" y="30797"/>
                </a:cubicBezTo>
                <a:cubicBezTo>
                  <a:pt x="18403" y="29768"/>
                  <a:pt x="19800" y="28905"/>
                  <a:pt x="21336" y="28194"/>
                </a:cubicBezTo>
                <a:cubicBezTo>
                  <a:pt x="22873" y="27495"/>
                  <a:pt x="24524" y="26962"/>
                  <a:pt x="26277" y="26581"/>
                </a:cubicBezTo>
                <a:cubicBezTo>
                  <a:pt x="28029" y="26213"/>
                  <a:pt x="29833" y="26022"/>
                  <a:pt x="31674" y="26022"/>
                </a:cubicBezTo>
                <a:cubicBezTo>
                  <a:pt x="35929" y="26022"/>
                  <a:pt x="39624" y="26708"/>
                  <a:pt x="42736" y="28067"/>
                </a:cubicBezTo>
                <a:cubicBezTo>
                  <a:pt x="45859" y="29426"/>
                  <a:pt x="48488" y="31432"/>
                  <a:pt x="50609" y="34099"/>
                </a:cubicBezTo>
                <a:cubicBezTo>
                  <a:pt x="52742" y="36754"/>
                  <a:pt x="54330" y="40132"/>
                  <a:pt x="55359" y="44234"/>
                </a:cubicBezTo>
                <a:cubicBezTo>
                  <a:pt x="56387" y="48349"/>
                  <a:pt x="56908" y="52857"/>
                  <a:pt x="56908" y="57772"/>
                </a:cubicBezTo>
                <a:lnTo>
                  <a:pt x="56908" y="98348"/>
                </a:lnTo>
                <a:close/>
                <a:moveTo>
                  <a:pt x="43002" y="98348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77" name="Picture 177"/>
          <p:cNvPicPr>
            <a:picLocks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64931" y="2923361"/>
            <a:ext cx="86271" cy="99237"/>
          </a:xfrm>
          <a:prstGeom prst="rect">
            <a:avLst/>
          </a:prstGeom>
          <a:noFill/>
        </p:spPr>
      </p:pic>
      <p:pic>
        <p:nvPicPr>
          <p:cNvPr id="178" name="Picture 178"/>
          <p:cNvPicPr>
            <a:picLocks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74155" y="2897344"/>
            <a:ext cx="145344" cy="128761"/>
          </a:xfrm>
          <a:prstGeom prst="rect">
            <a:avLst/>
          </a:prstGeom>
          <a:noFill/>
        </p:spPr>
      </p:pic>
      <p:sp>
        <p:nvSpPr>
          <p:cNvPr id="179" name="Freeform 179"/>
          <p:cNvSpPr/>
          <p:nvPr/>
        </p:nvSpPr>
        <p:spPr>
          <a:xfrm>
            <a:off x="3626234" y="2910054"/>
            <a:ext cx="41236" cy="99847"/>
          </a:xfrm>
          <a:custGeom>
            <a:avLst/>
            <a:gdLst/>
            <a:ahLst/>
            <a:cxnLst/>
            <a:rect l="0" t="0" r="0" b="0"/>
            <a:pathLst>
              <a:path w="41236" h="99847">
                <a:moveTo>
                  <a:pt x="39662" y="96558"/>
                </a:moveTo>
                <a:cubicBezTo>
                  <a:pt x="37948" y="97523"/>
                  <a:pt x="35929" y="98323"/>
                  <a:pt x="33630" y="98932"/>
                </a:cubicBezTo>
                <a:cubicBezTo>
                  <a:pt x="31319" y="99542"/>
                  <a:pt x="28791" y="99847"/>
                  <a:pt x="26023" y="99847"/>
                </a:cubicBezTo>
                <a:cubicBezTo>
                  <a:pt x="23610" y="99847"/>
                  <a:pt x="21489" y="99517"/>
                  <a:pt x="19660" y="98831"/>
                </a:cubicBezTo>
                <a:cubicBezTo>
                  <a:pt x="17844" y="98145"/>
                  <a:pt x="16180" y="97078"/>
                  <a:pt x="14694" y="95606"/>
                </a:cubicBezTo>
                <a:cubicBezTo>
                  <a:pt x="13208" y="94133"/>
                  <a:pt x="12065" y="92202"/>
                  <a:pt x="11265" y="89802"/>
                </a:cubicBezTo>
                <a:cubicBezTo>
                  <a:pt x="10478" y="87414"/>
                  <a:pt x="10084" y="84506"/>
                  <a:pt x="10084" y="81077"/>
                </a:cubicBezTo>
                <a:lnTo>
                  <a:pt x="10084" y="40170"/>
                </a:lnTo>
                <a:lnTo>
                  <a:pt x="0" y="40170"/>
                </a:lnTo>
                <a:lnTo>
                  <a:pt x="0" y="27534"/>
                </a:lnTo>
                <a:lnTo>
                  <a:pt x="10084" y="27534"/>
                </a:lnTo>
                <a:lnTo>
                  <a:pt x="10084" y="7303"/>
                </a:lnTo>
                <a:lnTo>
                  <a:pt x="23724" y="0"/>
                </a:lnTo>
                <a:lnTo>
                  <a:pt x="23724" y="27534"/>
                </a:lnTo>
                <a:lnTo>
                  <a:pt x="41236" y="27534"/>
                </a:lnTo>
                <a:lnTo>
                  <a:pt x="41236" y="40170"/>
                </a:lnTo>
                <a:lnTo>
                  <a:pt x="23724" y="40170"/>
                </a:lnTo>
                <a:lnTo>
                  <a:pt x="23724" y="78639"/>
                </a:lnTo>
                <a:cubicBezTo>
                  <a:pt x="23724" y="80315"/>
                  <a:pt x="23864" y="81687"/>
                  <a:pt x="24143" y="82754"/>
                </a:cubicBezTo>
                <a:cubicBezTo>
                  <a:pt x="24422" y="83833"/>
                  <a:pt x="24867" y="84709"/>
                  <a:pt x="25464" y="85357"/>
                </a:cubicBezTo>
                <a:cubicBezTo>
                  <a:pt x="26061" y="86018"/>
                  <a:pt x="26810" y="86475"/>
                  <a:pt x="27737" y="86741"/>
                </a:cubicBezTo>
                <a:cubicBezTo>
                  <a:pt x="28664" y="87008"/>
                  <a:pt x="29744" y="87135"/>
                  <a:pt x="31026" y="87135"/>
                </a:cubicBezTo>
                <a:cubicBezTo>
                  <a:pt x="32830" y="87135"/>
                  <a:pt x="34659" y="86856"/>
                  <a:pt x="36526" y="86284"/>
                </a:cubicBezTo>
                <a:cubicBezTo>
                  <a:pt x="38392" y="85713"/>
                  <a:pt x="39966" y="85052"/>
                  <a:pt x="41236" y="84303"/>
                </a:cubicBezTo>
                <a:close/>
                <a:moveTo>
                  <a:pt x="39662" y="96558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0" name="Freeform 180"/>
          <p:cNvSpPr/>
          <p:nvPr/>
        </p:nvSpPr>
        <p:spPr>
          <a:xfrm>
            <a:off x="3675837" y="2910054"/>
            <a:ext cx="41236" cy="99847"/>
          </a:xfrm>
          <a:custGeom>
            <a:avLst/>
            <a:gdLst/>
            <a:ahLst/>
            <a:cxnLst/>
            <a:rect l="0" t="0" r="0" b="0"/>
            <a:pathLst>
              <a:path w="41236" h="99847">
                <a:moveTo>
                  <a:pt x="39662" y="96558"/>
                </a:moveTo>
                <a:cubicBezTo>
                  <a:pt x="37948" y="97523"/>
                  <a:pt x="35929" y="98323"/>
                  <a:pt x="33630" y="98932"/>
                </a:cubicBezTo>
                <a:cubicBezTo>
                  <a:pt x="31319" y="99542"/>
                  <a:pt x="28791" y="99847"/>
                  <a:pt x="26023" y="99847"/>
                </a:cubicBezTo>
                <a:cubicBezTo>
                  <a:pt x="23610" y="99847"/>
                  <a:pt x="21489" y="99517"/>
                  <a:pt x="19660" y="98831"/>
                </a:cubicBezTo>
                <a:cubicBezTo>
                  <a:pt x="17844" y="98145"/>
                  <a:pt x="16180" y="97078"/>
                  <a:pt x="14694" y="95606"/>
                </a:cubicBezTo>
                <a:cubicBezTo>
                  <a:pt x="13208" y="94133"/>
                  <a:pt x="12065" y="92202"/>
                  <a:pt x="11265" y="89802"/>
                </a:cubicBezTo>
                <a:cubicBezTo>
                  <a:pt x="10478" y="87414"/>
                  <a:pt x="10084" y="84506"/>
                  <a:pt x="10084" y="81077"/>
                </a:cubicBezTo>
                <a:lnTo>
                  <a:pt x="10084" y="40170"/>
                </a:lnTo>
                <a:lnTo>
                  <a:pt x="0" y="40170"/>
                </a:lnTo>
                <a:lnTo>
                  <a:pt x="0" y="27534"/>
                </a:lnTo>
                <a:lnTo>
                  <a:pt x="10084" y="27534"/>
                </a:lnTo>
                <a:lnTo>
                  <a:pt x="10084" y="7303"/>
                </a:lnTo>
                <a:lnTo>
                  <a:pt x="23724" y="0"/>
                </a:lnTo>
                <a:lnTo>
                  <a:pt x="23724" y="27534"/>
                </a:lnTo>
                <a:lnTo>
                  <a:pt x="41236" y="27534"/>
                </a:lnTo>
                <a:lnTo>
                  <a:pt x="41236" y="40170"/>
                </a:lnTo>
                <a:lnTo>
                  <a:pt x="23724" y="40170"/>
                </a:lnTo>
                <a:lnTo>
                  <a:pt x="23724" y="78639"/>
                </a:lnTo>
                <a:cubicBezTo>
                  <a:pt x="23724" y="80315"/>
                  <a:pt x="23864" y="81687"/>
                  <a:pt x="24143" y="82754"/>
                </a:cubicBezTo>
                <a:cubicBezTo>
                  <a:pt x="24422" y="83833"/>
                  <a:pt x="24867" y="84709"/>
                  <a:pt x="25464" y="85357"/>
                </a:cubicBezTo>
                <a:cubicBezTo>
                  <a:pt x="26061" y="86018"/>
                  <a:pt x="26810" y="86475"/>
                  <a:pt x="27737" y="86741"/>
                </a:cubicBezTo>
                <a:cubicBezTo>
                  <a:pt x="28664" y="87008"/>
                  <a:pt x="29744" y="87135"/>
                  <a:pt x="31026" y="87135"/>
                </a:cubicBezTo>
                <a:cubicBezTo>
                  <a:pt x="32830" y="87135"/>
                  <a:pt x="34659" y="86856"/>
                  <a:pt x="36526" y="86284"/>
                </a:cubicBezTo>
                <a:cubicBezTo>
                  <a:pt x="38392" y="85713"/>
                  <a:pt x="39966" y="85052"/>
                  <a:pt x="41236" y="84303"/>
                </a:cubicBezTo>
                <a:close/>
                <a:moveTo>
                  <a:pt x="39662" y="96558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81" name="Picture 181"/>
          <p:cNvPicPr>
            <a:picLocks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14452" y="2923361"/>
            <a:ext cx="86271" cy="99237"/>
          </a:xfrm>
          <a:prstGeom prst="rect">
            <a:avLst/>
          </a:prstGeom>
          <a:noFill/>
        </p:spPr>
      </p:pic>
      <p:sp>
        <p:nvSpPr>
          <p:cNvPr id="182" name="Freeform 182"/>
          <p:cNvSpPr/>
          <p:nvPr/>
        </p:nvSpPr>
        <p:spPr>
          <a:xfrm>
            <a:off x="3802640" y="2936065"/>
            <a:ext cx="42099" cy="72326"/>
          </a:xfrm>
          <a:custGeom>
            <a:avLst/>
            <a:gdLst/>
            <a:ahLst/>
            <a:cxnLst/>
            <a:rect l="0" t="0" r="0" b="0"/>
            <a:pathLst>
              <a:path w="42099" h="72326">
                <a:moveTo>
                  <a:pt x="38404" y="16205"/>
                </a:moveTo>
                <a:cubicBezTo>
                  <a:pt x="36906" y="15380"/>
                  <a:pt x="35344" y="14732"/>
                  <a:pt x="33693" y="14300"/>
                </a:cubicBezTo>
                <a:cubicBezTo>
                  <a:pt x="32054" y="13856"/>
                  <a:pt x="30086" y="13640"/>
                  <a:pt x="27800" y="13640"/>
                </a:cubicBezTo>
                <a:cubicBezTo>
                  <a:pt x="23368" y="13640"/>
                  <a:pt x="19939" y="15164"/>
                  <a:pt x="17526" y="18211"/>
                </a:cubicBezTo>
                <a:cubicBezTo>
                  <a:pt x="15113" y="21272"/>
                  <a:pt x="13894" y="25831"/>
                  <a:pt x="13894" y="31876"/>
                </a:cubicBezTo>
                <a:lnTo>
                  <a:pt x="13894" y="72326"/>
                </a:lnTo>
                <a:lnTo>
                  <a:pt x="0" y="72326"/>
                </a:lnTo>
                <a:lnTo>
                  <a:pt x="0" y="1524"/>
                </a:lnTo>
                <a:lnTo>
                  <a:pt x="13894" y="1524"/>
                </a:lnTo>
                <a:lnTo>
                  <a:pt x="13894" y="8230"/>
                </a:lnTo>
                <a:cubicBezTo>
                  <a:pt x="14694" y="7049"/>
                  <a:pt x="15659" y="5969"/>
                  <a:pt x="16802" y="4979"/>
                </a:cubicBezTo>
                <a:cubicBezTo>
                  <a:pt x="17945" y="3988"/>
                  <a:pt x="19202" y="3125"/>
                  <a:pt x="20586" y="2375"/>
                </a:cubicBezTo>
                <a:cubicBezTo>
                  <a:pt x="21971" y="1626"/>
                  <a:pt x="23444" y="1042"/>
                  <a:pt x="25031" y="623"/>
                </a:cubicBezTo>
                <a:cubicBezTo>
                  <a:pt x="26619" y="216"/>
                  <a:pt x="28283" y="0"/>
                  <a:pt x="30048" y="0"/>
                </a:cubicBezTo>
                <a:cubicBezTo>
                  <a:pt x="32893" y="0"/>
                  <a:pt x="35268" y="267"/>
                  <a:pt x="37160" y="788"/>
                </a:cubicBezTo>
                <a:cubicBezTo>
                  <a:pt x="39039" y="1321"/>
                  <a:pt x="40690" y="2045"/>
                  <a:pt x="42099" y="2959"/>
                </a:cubicBezTo>
                <a:close/>
                <a:moveTo>
                  <a:pt x="38404" y="16205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3" name="Freeform 183"/>
          <p:cNvSpPr/>
          <p:nvPr/>
        </p:nvSpPr>
        <p:spPr>
          <a:xfrm>
            <a:off x="3884253" y="2910054"/>
            <a:ext cx="41236" cy="99847"/>
          </a:xfrm>
          <a:custGeom>
            <a:avLst/>
            <a:gdLst/>
            <a:ahLst/>
            <a:cxnLst/>
            <a:rect l="0" t="0" r="0" b="0"/>
            <a:pathLst>
              <a:path w="41236" h="99847">
                <a:moveTo>
                  <a:pt x="39662" y="96558"/>
                </a:moveTo>
                <a:cubicBezTo>
                  <a:pt x="37948" y="97523"/>
                  <a:pt x="35929" y="98323"/>
                  <a:pt x="33630" y="98932"/>
                </a:cubicBezTo>
                <a:cubicBezTo>
                  <a:pt x="31319" y="99542"/>
                  <a:pt x="28791" y="99847"/>
                  <a:pt x="26023" y="99847"/>
                </a:cubicBezTo>
                <a:cubicBezTo>
                  <a:pt x="23610" y="99847"/>
                  <a:pt x="21489" y="99517"/>
                  <a:pt x="19660" y="98831"/>
                </a:cubicBezTo>
                <a:cubicBezTo>
                  <a:pt x="17844" y="98145"/>
                  <a:pt x="16180" y="97078"/>
                  <a:pt x="14694" y="95606"/>
                </a:cubicBezTo>
                <a:cubicBezTo>
                  <a:pt x="13208" y="94133"/>
                  <a:pt x="12065" y="92202"/>
                  <a:pt x="11265" y="89802"/>
                </a:cubicBezTo>
                <a:cubicBezTo>
                  <a:pt x="10478" y="87414"/>
                  <a:pt x="10084" y="84506"/>
                  <a:pt x="10084" y="81077"/>
                </a:cubicBezTo>
                <a:lnTo>
                  <a:pt x="10084" y="40170"/>
                </a:lnTo>
                <a:lnTo>
                  <a:pt x="0" y="40170"/>
                </a:lnTo>
                <a:lnTo>
                  <a:pt x="0" y="27534"/>
                </a:lnTo>
                <a:lnTo>
                  <a:pt x="10084" y="27534"/>
                </a:lnTo>
                <a:lnTo>
                  <a:pt x="10084" y="7303"/>
                </a:lnTo>
                <a:lnTo>
                  <a:pt x="23724" y="0"/>
                </a:lnTo>
                <a:lnTo>
                  <a:pt x="23724" y="27534"/>
                </a:lnTo>
                <a:lnTo>
                  <a:pt x="41236" y="27534"/>
                </a:lnTo>
                <a:lnTo>
                  <a:pt x="41236" y="40170"/>
                </a:lnTo>
                <a:lnTo>
                  <a:pt x="23724" y="40170"/>
                </a:lnTo>
                <a:lnTo>
                  <a:pt x="23724" y="78639"/>
                </a:lnTo>
                <a:cubicBezTo>
                  <a:pt x="23724" y="80315"/>
                  <a:pt x="23864" y="81687"/>
                  <a:pt x="24143" y="82754"/>
                </a:cubicBezTo>
                <a:cubicBezTo>
                  <a:pt x="24422" y="83833"/>
                  <a:pt x="24867" y="84709"/>
                  <a:pt x="25464" y="85357"/>
                </a:cubicBezTo>
                <a:cubicBezTo>
                  <a:pt x="26061" y="86018"/>
                  <a:pt x="26810" y="86475"/>
                  <a:pt x="27737" y="86741"/>
                </a:cubicBezTo>
                <a:cubicBezTo>
                  <a:pt x="28664" y="87008"/>
                  <a:pt x="29744" y="87135"/>
                  <a:pt x="31026" y="87135"/>
                </a:cubicBezTo>
                <a:cubicBezTo>
                  <a:pt x="32830" y="87135"/>
                  <a:pt x="34659" y="86856"/>
                  <a:pt x="36526" y="86284"/>
                </a:cubicBezTo>
                <a:cubicBezTo>
                  <a:pt x="38392" y="85713"/>
                  <a:pt x="39966" y="85052"/>
                  <a:pt x="41236" y="84303"/>
                </a:cubicBezTo>
                <a:close/>
                <a:moveTo>
                  <a:pt x="39662" y="96558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4" name="Freeform 184"/>
          <p:cNvSpPr/>
          <p:nvPr/>
        </p:nvSpPr>
        <p:spPr>
          <a:xfrm>
            <a:off x="3941686" y="2910043"/>
            <a:ext cx="56920" cy="98348"/>
          </a:xfrm>
          <a:custGeom>
            <a:avLst/>
            <a:gdLst/>
            <a:ahLst/>
            <a:cxnLst/>
            <a:rect l="0" t="0" r="0" b="0"/>
            <a:pathLst>
              <a:path w="56920" h="98348">
                <a:moveTo>
                  <a:pt x="43014" y="98348"/>
                </a:moveTo>
                <a:lnTo>
                  <a:pt x="43014" y="58305"/>
                </a:lnTo>
                <a:cubicBezTo>
                  <a:pt x="43014" y="51752"/>
                  <a:pt x="41859" y="46875"/>
                  <a:pt x="39522" y="43675"/>
                </a:cubicBezTo>
                <a:cubicBezTo>
                  <a:pt x="37198" y="40475"/>
                  <a:pt x="33515" y="38874"/>
                  <a:pt x="28460" y="38874"/>
                </a:cubicBezTo>
                <a:cubicBezTo>
                  <a:pt x="26301" y="38874"/>
                  <a:pt x="24320" y="39217"/>
                  <a:pt x="22504" y="39929"/>
                </a:cubicBezTo>
                <a:cubicBezTo>
                  <a:pt x="20675" y="40627"/>
                  <a:pt x="19113" y="41783"/>
                  <a:pt x="17830" y="43408"/>
                </a:cubicBezTo>
                <a:cubicBezTo>
                  <a:pt x="16522" y="45034"/>
                  <a:pt x="15557" y="46952"/>
                  <a:pt x="14884" y="49149"/>
                </a:cubicBezTo>
                <a:cubicBezTo>
                  <a:pt x="14236" y="51346"/>
                  <a:pt x="13906" y="53924"/>
                  <a:pt x="13906" y="56921"/>
                </a:cubicBezTo>
                <a:lnTo>
                  <a:pt x="13906" y="98348"/>
                </a:lnTo>
                <a:lnTo>
                  <a:pt x="0" y="98348"/>
                </a:lnTo>
                <a:lnTo>
                  <a:pt x="0" y="7315"/>
                </a:lnTo>
                <a:lnTo>
                  <a:pt x="13906" y="0"/>
                </a:lnTo>
                <a:lnTo>
                  <a:pt x="13906" y="34252"/>
                </a:lnTo>
                <a:cubicBezTo>
                  <a:pt x="14782" y="32982"/>
                  <a:pt x="15862" y="31826"/>
                  <a:pt x="17132" y="30797"/>
                </a:cubicBezTo>
                <a:cubicBezTo>
                  <a:pt x="18415" y="29768"/>
                  <a:pt x="19812" y="28905"/>
                  <a:pt x="21348" y="28194"/>
                </a:cubicBezTo>
                <a:cubicBezTo>
                  <a:pt x="22885" y="27495"/>
                  <a:pt x="24523" y="26962"/>
                  <a:pt x="26289" y="26581"/>
                </a:cubicBezTo>
                <a:cubicBezTo>
                  <a:pt x="28041" y="26213"/>
                  <a:pt x="29845" y="26022"/>
                  <a:pt x="31686" y="26022"/>
                </a:cubicBezTo>
                <a:cubicBezTo>
                  <a:pt x="35941" y="26022"/>
                  <a:pt x="39636" y="26708"/>
                  <a:pt x="42748" y="28067"/>
                </a:cubicBezTo>
                <a:cubicBezTo>
                  <a:pt x="45871" y="29426"/>
                  <a:pt x="48500" y="31432"/>
                  <a:pt x="50621" y="34099"/>
                </a:cubicBezTo>
                <a:cubicBezTo>
                  <a:pt x="52754" y="36754"/>
                  <a:pt x="54342" y="40132"/>
                  <a:pt x="55371" y="44234"/>
                </a:cubicBezTo>
                <a:cubicBezTo>
                  <a:pt x="56399" y="48349"/>
                  <a:pt x="56920" y="52857"/>
                  <a:pt x="56920" y="57772"/>
                </a:cubicBezTo>
                <a:lnTo>
                  <a:pt x="56920" y="98348"/>
                </a:lnTo>
                <a:close/>
                <a:moveTo>
                  <a:pt x="43014" y="98348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85" name="Picture 185"/>
          <p:cNvPicPr>
            <a:picLocks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99738" y="2923361"/>
            <a:ext cx="86271" cy="99237"/>
          </a:xfrm>
          <a:prstGeom prst="rect">
            <a:avLst/>
          </a:prstGeom>
          <a:noFill/>
        </p:spPr>
      </p:pic>
      <p:sp>
        <p:nvSpPr>
          <p:cNvPr id="186" name="Freeform 186"/>
          <p:cNvSpPr/>
          <p:nvPr/>
        </p:nvSpPr>
        <p:spPr>
          <a:xfrm>
            <a:off x="4116786" y="2937576"/>
            <a:ext cx="89191" cy="70815"/>
          </a:xfrm>
          <a:custGeom>
            <a:avLst/>
            <a:gdLst/>
            <a:ahLst/>
            <a:cxnLst/>
            <a:rect l="0" t="0" r="0" b="0"/>
            <a:pathLst>
              <a:path w="89191" h="70815">
                <a:moveTo>
                  <a:pt x="69494" y="70815"/>
                </a:moveTo>
                <a:lnTo>
                  <a:pt x="57569" y="70815"/>
                </a:lnTo>
                <a:lnTo>
                  <a:pt x="44399" y="21285"/>
                </a:lnTo>
                <a:lnTo>
                  <a:pt x="31293" y="70815"/>
                </a:lnTo>
                <a:lnTo>
                  <a:pt x="19431" y="70815"/>
                </a:lnTo>
                <a:lnTo>
                  <a:pt x="0" y="0"/>
                </a:lnTo>
                <a:lnTo>
                  <a:pt x="13767" y="0"/>
                </a:lnTo>
                <a:lnTo>
                  <a:pt x="25629" y="48616"/>
                </a:lnTo>
                <a:lnTo>
                  <a:pt x="39002" y="0"/>
                </a:lnTo>
                <a:lnTo>
                  <a:pt x="50191" y="0"/>
                </a:lnTo>
                <a:lnTo>
                  <a:pt x="63640" y="48616"/>
                </a:lnTo>
                <a:lnTo>
                  <a:pt x="75424" y="0"/>
                </a:lnTo>
                <a:lnTo>
                  <a:pt x="89191" y="0"/>
                </a:lnTo>
                <a:close/>
                <a:moveTo>
                  <a:pt x="69494" y="70815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87" name="Picture 187"/>
          <p:cNvPicPr>
            <a:picLocks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00390" y="2923361"/>
            <a:ext cx="88569" cy="99237"/>
          </a:xfrm>
          <a:prstGeom prst="rect">
            <a:avLst/>
          </a:prstGeom>
          <a:noFill/>
        </p:spPr>
      </p:pic>
      <p:sp>
        <p:nvSpPr>
          <p:cNvPr id="188" name="Freeform 188"/>
          <p:cNvSpPr/>
          <p:nvPr/>
        </p:nvSpPr>
        <p:spPr>
          <a:xfrm>
            <a:off x="4290684" y="2936065"/>
            <a:ext cx="42099" cy="72326"/>
          </a:xfrm>
          <a:custGeom>
            <a:avLst/>
            <a:gdLst/>
            <a:ahLst/>
            <a:cxnLst/>
            <a:rect l="0" t="0" r="0" b="0"/>
            <a:pathLst>
              <a:path w="42099" h="72326">
                <a:moveTo>
                  <a:pt x="38404" y="16205"/>
                </a:moveTo>
                <a:cubicBezTo>
                  <a:pt x="36919" y="15380"/>
                  <a:pt x="35344" y="14732"/>
                  <a:pt x="33693" y="14300"/>
                </a:cubicBezTo>
                <a:cubicBezTo>
                  <a:pt x="32054" y="13856"/>
                  <a:pt x="30086" y="13640"/>
                  <a:pt x="27813" y="13640"/>
                </a:cubicBezTo>
                <a:cubicBezTo>
                  <a:pt x="23368" y="13640"/>
                  <a:pt x="19939" y="15164"/>
                  <a:pt x="17526" y="18211"/>
                </a:cubicBezTo>
                <a:cubicBezTo>
                  <a:pt x="15113" y="21272"/>
                  <a:pt x="13906" y="25831"/>
                  <a:pt x="13906" y="31876"/>
                </a:cubicBezTo>
                <a:lnTo>
                  <a:pt x="13906" y="72326"/>
                </a:lnTo>
                <a:lnTo>
                  <a:pt x="0" y="72326"/>
                </a:lnTo>
                <a:lnTo>
                  <a:pt x="0" y="1524"/>
                </a:lnTo>
                <a:lnTo>
                  <a:pt x="13906" y="1524"/>
                </a:lnTo>
                <a:lnTo>
                  <a:pt x="13906" y="8230"/>
                </a:lnTo>
                <a:cubicBezTo>
                  <a:pt x="14694" y="7049"/>
                  <a:pt x="15659" y="5969"/>
                  <a:pt x="16802" y="4979"/>
                </a:cubicBezTo>
                <a:cubicBezTo>
                  <a:pt x="17945" y="3988"/>
                  <a:pt x="19202" y="3125"/>
                  <a:pt x="20586" y="2375"/>
                </a:cubicBezTo>
                <a:cubicBezTo>
                  <a:pt x="21971" y="1626"/>
                  <a:pt x="23457" y="1042"/>
                  <a:pt x="25031" y="623"/>
                </a:cubicBezTo>
                <a:cubicBezTo>
                  <a:pt x="26619" y="216"/>
                  <a:pt x="28283" y="0"/>
                  <a:pt x="30048" y="0"/>
                </a:cubicBezTo>
                <a:cubicBezTo>
                  <a:pt x="32893" y="0"/>
                  <a:pt x="35268" y="267"/>
                  <a:pt x="37147" y="788"/>
                </a:cubicBezTo>
                <a:cubicBezTo>
                  <a:pt x="39039" y="1321"/>
                  <a:pt x="40690" y="2045"/>
                  <a:pt x="42099" y="2959"/>
                </a:cubicBezTo>
                <a:close/>
                <a:moveTo>
                  <a:pt x="38404" y="16205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9" name="Freeform 189"/>
          <p:cNvSpPr/>
          <p:nvPr/>
        </p:nvSpPr>
        <p:spPr>
          <a:xfrm>
            <a:off x="4345021" y="2910043"/>
            <a:ext cx="13906" cy="98348"/>
          </a:xfrm>
          <a:custGeom>
            <a:avLst/>
            <a:gdLst/>
            <a:ahLst/>
            <a:cxnLst/>
            <a:rect l="0" t="0" r="0" b="0"/>
            <a:pathLst>
              <a:path w="13906" h="98348">
                <a:moveTo>
                  <a:pt x="0" y="98348"/>
                </a:moveTo>
                <a:lnTo>
                  <a:pt x="0" y="7315"/>
                </a:lnTo>
                <a:lnTo>
                  <a:pt x="13906" y="0"/>
                </a:lnTo>
                <a:lnTo>
                  <a:pt x="13906" y="98348"/>
                </a:lnTo>
                <a:close/>
                <a:moveTo>
                  <a:pt x="0" y="98348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90" name="Picture 190"/>
          <p:cNvPicPr>
            <a:picLocks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61651" y="2897343"/>
            <a:ext cx="84874" cy="125259"/>
          </a:xfrm>
          <a:prstGeom prst="rect">
            <a:avLst/>
          </a:prstGeom>
          <a:noFill/>
        </p:spPr>
      </p:pic>
      <p:sp>
        <p:nvSpPr>
          <p:cNvPr id="191" name="Freeform 191"/>
          <p:cNvSpPr/>
          <p:nvPr/>
        </p:nvSpPr>
        <p:spPr>
          <a:xfrm>
            <a:off x="4480455" y="2937576"/>
            <a:ext cx="89191" cy="70815"/>
          </a:xfrm>
          <a:custGeom>
            <a:avLst/>
            <a:gdLst/>
            <a:ahLst/>
            <a:cxnLst/>
            <a:rect l="0" t="0" r="0" b="0"/>
            <a:pathLst>
              <a:path w="89191" h="70815">
                <a:moveTo>
                  <a:pt x="69494" y="70815"/>
                </a:moveTo>
                <a:lnTo>
                  <a:pt x="57569" y="70815"/>
                </a:lnTo>
                <a:lnTo>
                  <a:pt x="44399" y="21285"/>
                </a:lnTo>
                <a:lnTo>
                  <a:pt x="31280" y="70815"/>
                </a:lnTo>
                <a:lnTo>
                  <a:pt x="19444" y="70815"/>
                </a:lnTo>
                <a:lnTo>
                  <a:pt x="0" y="0"/>
                </a:lnTo>
                <a:lnTo>
                  <a:pt x="13767" y="0"/>
                </a:lnTo>
                <a:lnTo>
                  <a:pt x="25629" y="48616"/>
                </a:lnTo>
                <a:lnTo>
                  <a:pt x="39002" y="0"/>
                </a:lnTo>
                <a:lnTo>
                  <a:pt x="50191" y="0"/>
                </a:lnTo>
                <a:lnTo>
                  <a:pt x="63640" y="48616"/>
                </a:lnTo>
                <a:lnTo>
                  <a:pt x="75424" y="0"/>
                </a:lnTo>
                <a:lnTo>
                  <a:pt x="89191" y="0"/>
                </a:lnTo>
                <a:close/>
                <a:moveTo>
                  <a:pt x="69494" y="70815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92" name="Picture 192"/>
          <p:cNvPicPr>
            <a:picLocks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64057" y="2923361"/>
            <a:ext cx="88582" cy="99237"/>
          </a:xfrm>
          <a:prstGeom prst="rect">
            <a:avLst/>
          </a:prstGeom>
          <a:noFill/>
        </p:spPr>
      </p:pic>
      <p:sp>
        <p:nvSpPr>
          <p:cNvPr id="193" name="Freeform 193"/>
          <p:cNvSpPr/>
          <p:nvPr/>
        </p:nvSpPr>
        <p:spPr>
          <a:xfrm>
            <a:off x="4654354" y="2936065"/>
            <a:ext cx="42099" cy="72326"/>
          </a:xfrm>
          <a:custGeom>
            <a:avLst/>
            <a:gdLst/>
            <a:ahLst/>
            <a:cxnLst/>
            <a:rect l="0" t="0" r="0" b="0"/>
            <a:pathLst>
              <a:path w="42099" h="72326">
                <a:moveTo>
                  <a:pt x="38404" y="16205"/>
                </a:moveTo>
                <a:cubicBezTo>
                  <a:pt x="36919" y="15380"/>
                  <a:pt x="35344" y="14732"/>
                  <a:pt x="33693" y="14300"/>
                </a:cubicBezTo>
                <a:cubicBezTo>
                  <a:pt x="32054" y="13856"/>
                  <a:pt x="30086" y="13640"/>
                  <a:pt x="27800" y="13640"/>
                </a:cubicBezTo>
                <a:cubicBezTo>
                  <a:pt x="23368" y="13640"/>
                  <a:pt x="19939" y="15164"/>
                  <a:pt x="17526" y="18211"/>
                </a:cubicBezTo>
                <a:cubicBezTo>
                  <a:pt x="15113" y="21272"/>
                  <a:pt x="13894" y="25831"/>
                  <a:pt x="13894" y="31876"/>
                </a:cubicBezTo>
                <a:lnTo>
                  <a:pt x="13894" y="72326"/>
                </a:lnTo>
                <a:lnTo>
                  <a:pt x="0" y="72326"/>
                </a:lnTo>
                <a:lnTo>
                  <a:pt x="0" y="1524"/>
                </a:lnTo>
                <a:lnTo>
                  <a:pt x="13894" y="1524"/>
                </a:lnTo>
                <a:lnTo>
                  <a:pt x="13894" y="8230"/>
                </a:lnTo>
                <a:cubicBezTo>
                  <a:pt x="14694" y="7049"/>
                  <a:pt x="15659" y="5969"/>
                  <a:pt x="16802" y="4979"/>
                </a:cubicBezTo>
                <a:cubicBezTo>
                  <a:pt x="17945" y="3988"/>
                  <a:pt x="19202" y="3125"/>
                  <a:pt x="20586" y="2375"/>
                </a:cubicBezTo>
                <a:cubicBezTo>
                  <a:pt x="21971" y="1626"/>
                  <a:pt x="23444" y="1042"/>
                  <a:pt x="25031" y="623"/>
                </a:cubicBezTo>
                <a:cubicBezTo>
                  <a:pt x="26619" y="216"/>
                  <a:pt x="28283" y="0"/>
                  <a:pt x="30048" y="0"/>
                </a:cubicBezTo>
                <a:cubicBezTo>
                  <a:pt x="32905" y="0"/>
                  <a:pt x="35268" y="267"/>
                  <a:pt x="37160" y="788"/>
                </a:cubicBezTo>
                <a:cubicBezTo>
                  <a:pt x="39039" y="1321"/>
                  <a:pt x="40690" y="2045"/>
                  <a:pt x="42099" y="2959"/>
                </a:cubicBezTo>
                <a:close/>
                <a:moveTo>
                  <a:pt x="38404" y="16205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4" name="Freeform 194"/>
          <p:cNvSpPr/>
          <p:nvPr/>
        </p:nvSpPr>
        <p:spPr>
          <a:xfrm>
            <a:off x="4708052" y="2910043"/>
            <a:ext cx="55396" cy="98348"/>
          </a:xfrm>
          <a:custGeom>
            <a:avLst/>
            <a:gdLst/>
            <a:ahLst/>
            <a:cxnLst/>
            <a:rect l="0" t="0" r="0" b="0"/>
            <a:pathLst>
              <a:path w="55396" h="98348">
                <a:moveTo>
                  <a:pt x="40309" y="98348"/>
                </a:moveTo>
                <a:lnTo>
                  <a:pt x="24625" y="63106"/>
                </a:lnTo>
                <a:lnTo>
                  <a:pt x="13894" y="77470"/>
                </a:lnTo>
                <a:lnTo>
                  <a:pt x="13894" y="98348"/>
                </a:lnTo>
                <a:lnTo>
                  <a:pt x="0" y="98348"/>
                </a:lnTo>
                <a:lnTo>
                  <a:pt x="0" y="7315"/>
                </a:lnTo>
                <a:lnTo>
                  <a:pt x="13894" y="0"/>
                </a:lnTo>
                <a:lnTo>
                  <a:pt x="13894" y="58890"/>
                </a:lnTo>
                <a:lnTo>
                  <a:pt x="36284" y="27533"/>
                </a:lnTo>
                <a:lnTo>
                  <a:pt x="52031" y="27533"/>
                </a:lnTo>
                <a:lnTo>
                  <a:pt x="34112" y="51257"/>
                </a:lnTo>
                <a:lnTo>
                  <a:pt x="55396" y="98348"/>
                </a:lnTo>
                <a:close/>
                <a:moveTo>
                  <a:pt x="40309" y="98348"/>
                </a:move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5" name="Freeform 195"/>
          <p:cNvSpPr/>
          <p:nvPr/>
        </p:nvSpPr>
        <p:spPr>
          <a:xfrm>
            <a:off x="4770429" y="2936070"/>
            <a:ext cx="53682" cy="73836"/>
          </a:xfrm>
          <a:custGeom>
            <a:avLst/>
            <a:gdLst/>
            <a:ahLst/>
            <a:cxnLst/>
            <a:rect l="0" t="0" r="0" b="0"/>
            <a:pathLst>
              <a:path w="53682" h="73836">
                <a:moveTo>
                  <a:pt x="50850" y="7835"/>
                </a:moveTo>
                <a:lnTo>
                  <a:pt x="44793" y="18502"/>
                </a:lnTo>
                <a:cubicBezTo>
                  <a:pt x="41884" y="16445"/>
                  <a:pt x="38963" y="14908"/>
                  <a:pt x="35992" y="13930"/>
                </a:cubicBezTo>
                <a:cubicBezTo>
                  <a:pt x="33032" y="12940"/>
                  <a:pt x="29857" y="12445"/>
                  <a:pt x="26479" y="12445"/>
                </a:cubicBezTo>
                <a:cubicBezTo>
                  <a:pt x="23050" y="12445"/>
                  <a:pt x="20574" y="13054"/>
                  <a:pt x="19037" y="14261"/>
                </a:cubicBezTo>
                <a:cubicBezTo>
                  <a:pt x="17488" y="15467"/>
                  <a:pt x="16726" y="17017"/>
                  <a:pt x="16726" y="18896"/>
                </a:cubicBezTo>
                <a:cubicBezTo>
                  <a:pt x="16726" y="19772"/>
                  <a:pt x="16916" y="20611"/>
                  <a:pt x="17297" y="21398"/>
                </a:cubicBezTo>
                <a:cubicBezTo>
                  <a:pt x="17665" y="22198"/>
                  <a:pt x="18326" y="22986"/>
                  <a:pt x="19304" y="23773"/>
                </a:cubicBezTo>
                <a:cubicBezTo>
                  <a:pt x="20269" y="24560"/>
                  <a:pt x="21590" y="25399"/>
                  <a:pt x="23279" y="26275"/>
                </a:cubicBezTo>
                <a:cubicBezTo>
                  <a:pt x="24981" y="27151"/>
                  <a:pt x="27152" y="28129"/>
                  <a:pt x="29832" y="29183"/>
                </a:cubicBezTo>
                <a:cubicBezTo>
                  <a:pt x="33782" y="30720"/>
                  <a:pt x="37249" y="32193"/>
                  <a:pt x="40208" y="33590"/>
                </a:cubicBezTo>
                <a:cubicBezTo>
                  <a:pt x="43180" y="35000"/>
                  <a:pt x="45656" y="36562"/>
                  <a:pt x="47650" y="38302"/>
                </a:cubicBezTo>
                <a:cubicBezTo>
                  <a:pt x="49657" y="40029"/>
                  <a:pt x="51154" y="42061"/>
                  <a:pt x="52158" y="44398"/>
                </a:cubicBezTo>
                <a:cubicBezTo>
                  <a:pt x="53174" y="46722"/>
                  <a:pt x="53682" y="49554"/>
                  <a:pt x="53682" y="52894"/>
                </a:cubicBezTo>
                <a:cubicBezTo>
                  <a:pt x="53682" y="56793"/>
                  <a:pt x="52945" y="60095"/>
                  <a:pt x="51472" y="62775"/>
                </a:cubicBezTo>
                <a:cubicBezTo>
                  <a:pt x="50000" y="65454"/>
                  <a:pt x="48044" y="67613"/>
                  <a:pt x="45605" y="69264"/>
                </a:cubicBezTo>
                <a:cubicBezTo>
                  <a:pt x="43180" y="70903"/>
                  <a:pt x="40348" y="72084"/>
                  <a:pt x="37147" y="72782"/>
                </a:cubicBezTo>
                <a:cubicBezTo>
                  <a:pt x="33934" y="73481"/>
                  <a:pt x="30607" y="73836"/>
                  <a:pt x="27127" y="73836"/>
                </a:cubicBezTo>
                <a:cubicBezTo>
                  <a:pt x="22656" y="73836"/>
                  <a:pt x="17945" y="73011"/>
                  <a:pt x="13004" y="71373"/>
                </a:cubicBezTo>
                <a:cubicBezTo>
                  <a:pt x="8064" y="69722"/>
                  <a:pt x="3733" y="67512"/>
                  <a:pt x="0" y="64743"/>
                </a:cubicBezTo>
                <a:lnTo>
                  <a:pt x="6324" y="54266"/>
                </a:lnTo>
                <a:cubicBezTo>
                  <a:pt x="9652" y="56552"/>
                  <a:pt x="13106" y="58292"/>
                  <a:pt x="16662" y="59473"/>
                </a:cubicBezTo>
                <a:cubicBezTo>
                  <a:pt x="20218" y="60666"/>
                  <a:pt x="23660" y="61251"/>
                  <a:pt x="27000" y="61251"/>
                </a:cubicBezTo>
                <a:cubicBezTo>
                  <a:pt x="31394" y="61251"/>
                  <a:pt x="34645" y="60578"/>
                  <a:pt x="36753" y="59206"/>
                </a:cubicBezTo>
                <a:cubicBezTo>
                  <a:pt x="38862" y="57847"/>
                  <a:pt x="39903" y="55917"/>
                  <a:pt x="39903" y="53415"/>
                </a:cubicBezTo>
                <a:cubicBezTo>
                  <a:pt x="39903" y="52056"/>
                  <a:pt x="39535" y="50862"/>
                  <a:pt x="38786" y="49833"/>
                </a:cubicBezTo>
                <a:cubicBezTo>
                  <a:pt x="38049" y="48792"/>
                  <a:pt x="36957" y="47827"/>
                  <a:pt x="35534" y="46925"/>
                </a:cubicBezTo>
                <a:cubicBezTo>
                  <a:pt x="34099" y="46023"/>
                  <a:pt x="32385" y="45147"/>
                  <a:pt x="30365" y="44296"/>
                </a:cubicBezTo>
                <a:cubicBezTo>
                  <a:pt x="28346" y="43433"/>
                  <a:pt x="26047" y="42531"/>
                  <a:pt x="23507" y="41566"/>
                </a:cubicBezTo>
                <a:cubicBezTo>
                  <a:pt x="19697" y="40067"/>
                  <a:pt x="16459" y="38594"/>
                  <a:pt x="13792" y="37146"/>
                </a:cubicBezTo>
                <a:cubicBezTo>
                  <a:pt x="11138" y="35698"/>
                  <a:pt x="8991" y="34123"/>
                  <a:pt x="7340" y="32409"/>
                </a:cubicBezTo>
                <a:cubicBezTo>
                  <a:pt x="5689" y="30694"/>
                  <a:pt x="4508" y="28777"/>
                  <a:pt x="3784" y="26669"/>
                </a:cubicBezTo>
                <a:cubicBezTo>
                  <a:pt x="3060" y="24560"/>
                  <a:pt x="2705" y="22109"/>
                  <a:pt x="2705" y="19290"/>
                </a:cubicBezTo>
                <a:cubicBezTo>
                  <a:pt x="2705" y="16128"/>
                  <a:pt x="3289" y="13346"/>
                  <a:pt x="4470" y="10933"/>
                </a:cubicBezTo>
                <a:cubicBezTo>
                  <a:pt x="5664" y="8508"/>
                  <a:pt x="7328" y="6515"/>
                  <a:pt x="9487" y="4902"/>
                </a:cubicBezTo>
                <a:cubicBezTo>
                  <a:pt x="11633" y="3302"/>
                  <a:pt x="14173" y="2082"/>
                  <a:pt x="17119" y="1257"/>
                </a:cubicBezTo>
                <a:cubicBezTo>
                  <a:pt x="20066" y="419"/>
                  <a:pt x="23317" y="0"/>
                  <a:pt x="26873" y="0"/>
                </a:cubicBezTo>
                <a:cubicBezTo>
                  <a:pt x="31343" y="0"/>
                  <a:pt x="35674" y="723"/>
                  <a:pt x="39852" y="2171"/>
                </a:cubicBezTo>
                <a:cubicBezTo>
                  <a:pt x="44018" y="3619"/>
                  <a:pt x="47688" y="5511"/>
                  <a:pt x="50850" y="7835"/>
                </a:cubicBez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6" name="Freeform 196"/>
          <p:cNvSpPr/>
          <p:nvPr/>
        </p:nvSpPr>
        <p:spPr>
          <a:xfrm>
            <a:off x="4837630" y="2988441"/>
            <a:ext cx="21272" cy="21462"/>
          </a:xfrm>
          <a:custGeom>
            <a:avLst/>
            <a:gdLst/>
            <a:ahLst/>
            <a:cxnLst/>
            <a:rect l="0" t="0" r="0" b="0"/>
            <a:pathLst>
              <a:path w="21272" h="21462">
                <a:moveTo>
                  <a:pt x="21272" y="10795"/>
                </a:moveTo>
                <a:cubicBezTo>
                  <a:pt x="21272" y="12280"/>
                  <a:pt x="21006" y="13677"/>
                  <a:pt x="20447" y="14986"/>
                </a:cubicBezTo>
                <a:cubicBezTo>
                  <a:pt x="19901" y="16281"/>
                  <a:pt x="19152" y="17398"/>
                  <a:pt x="18174" y="18364"/>
                </a:cubicBezTo>
                <a:cubicBezTo>
                  <a:pt x="17209" y="19342"/>
                  <a:pt x="16078" y="20091"/>
                  <a:pt x="14783" y="20637"/>
                </a:cubicBezTo>
                <a:cubicBezTo>
                  <a:pt x="13487" y="21196"/>
                  <a:pt x="12103" y="21462"/>
                  <a:pt x="10605" y="21462"/>
                </a:cubicBezTo>
                <a:cubicBezTo>
                  <a:pt x="9106" y="21462"/>
                  <a:pt x="7709" y="21196"/>
                  <a:pt x="6426" y="20637"/>
                </a:cubicBezTo>
                <a:cubicBezTo>
                  <a:pt x="5118" y="20091"/>
                  <a:pt x="4000" y="19342"/>
                  <a:pt x="3061" y="18364"/>
                </a:cubicBezTo>
                <a:cubicBezTo>
                  <a:pt x="2108" y="17398"/>
                  <a:pt x="1372" y="16281"/>
                  <a:pt x="825" y="14986"/>
                </a:cubicBezTo>
                <a:cubicBezTo>
                  <a:pt x="267" y="13677"/>
                  <a:pt x="0" y="12280"/>
                  <a:pt x="0" y="10795"/>
                </a:cubicBezTo>
                <a:cubicBezTo>
                  <a:pt x="0" y="9310"/>
                  <a:pt x="267" y="7913"/>
                  <a:pt x="825" y="6604"/>
                </a:cubicBezTo>
                <a:cubicBezTo>
                  <a:pt x="1372" y="5322"/>
                  <a:pt x="2108" y="4179"/>
                  <a:pt x="3061" y="3188"/>
                </a:cubicBezTo>
                <a:cubicBezTo>
                  <a:pt x="4000" y="2198"/>
                  <a:pt x="5118" y="1423"/>
                  <a:pt x="6426" y="851"/>
                </a:cubicBezTo>
                <a:cubicBezTo>
                  <a:pt x="7709" y="280"/>
                  <a:pt x="9106" y="0"/>
                  <a:pt x="10605" y="0"/>
                </a:cubicBezTo>
                <a:cubicBezTo>
                  <a:pt x="12103" y="0"/>
                  <a:pt x="13487" y="280"/>
                  <a:pt x="14783" y="851"/>
                </a:cubicBezTo>
                <a:cubicBezTo>
                  <a:pt x="16078" y="1423"/>
                  <a:pt x="17209" y="2198"/>
                  <a:pt x="18174" y="3188"/>
                </a:cubicBezTo>
                <a:cubicBezTo>
                  <a:pt x="19152" y="4179"/>
                  <a:pt x="19901" y="5322"/>
                  <a:pt x="20447" y="6604"/>
                </a:cubicBezTo>
                <a:cubicBezTo>
                  <a:pt x="21006" y="7913"/>
                  <a:pt x="21272" y="9310"/>
                  <a:pt x="21272" y="10795"/>
                </a:cubicBezTo>
              </a:path>
            </a:pathLst>
          </a:custGeom>
          <a:solidFill>
            <a:srgbClr val="2C303A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7" name="Freeform 197"/>
          <p:cNvSpPr/>
          <p:nvPr/>
        </p:nvSpPr>
        <p:spPr>
          <a:xfrm>
            <a:off x="400582" y="2289927"/>
            <a:ext cx="0" cy="89903"/>
          </a:xfrm>
          <a:custGeom>
            <a:avLst/>
            <a:gdLst/>
            <a:ahLst/>
            <a:cxnLst/>
            <a:rect l="0" t="0" r="0" b="0"/>
            <a:pathLst>
              <a:path h="89903">
                <a:moveTo>
                  <a:pt x="0" y="0"/>
                </a:moveTo>
                <a:lnTo>
                  <a:pt x="0" y="89903"/>
                </a:lnTo>
              </a:path>
            </a:pathLst>
          </a:custGeom>
          <a:noFill/>
          <a:ln w="89966" cap="flat" cmpd="sng">
            <a:solidFill>
              <a:srgbClr val="FFD527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8" name="Freeform 198"/>
          <p:cNvSpPr/>
          <p:nvPr/>
        </p:nvSpPr>
        <p:spPr>
          <a:xfrm>
            <a:off x="580510" y="2289927"/>
            <a:ext cx="0" cy="89903"/>
          </a:xfrm>
          <a:custGeom>
            <a:avLst/>
            <a:gdLst/>
            <a:ahLst/>
            <a:cxnLst/>
            <a:rect l="0" t="0" r="0" b="0"/>
            <a:pathLst>
              <a:path h="89903">
                <a:moveTo>
                  <a:pt x="0" y="0"/>
                </a:moveTo>
                <a:lnTo>
                  <a:pt x="0" y="89903"/>
                </a:lnTo>
              </a:path>
            </a:pathLst>
          </a:custGeom>
          <a:noFill/>
          <a:ln w="89966" cap="flat" cmpd="sng">
            <a:solidFill>
              <a:srgbClr val="FFD527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9" name="Freeform 199"/>
          <p:cNvSpPr/>
          <p:nvPr/>
        </p:nvSpPr>
        <p:spPr>
          <a:xfrm>
            <a:off x="760439" y="2289927"/>
            <a:ext cx="0" cy="89903"/>
          </a:xfrm>
          <a:custGeom>
            <a:avLst/>
            <a:gdLst/>
            <a:ahLst/>
            <a:cxnLst/>
            <a:rect l="0" t="0" r="0" b="0"/>
            <a:pathLst>
              <a:path h="89903">
                <a:moveTo>
                  <a:pt x="0" y="0"/>
                </a:moveTo>
                <a:lnTo>
                  <a:pt x="0" y="89903"/>
                </a:lnTo>
              </a:path>
            </a:pathLst>
          </a:custGeom>
          <a:noFill/>
          <a:ln w="89966" cap="flat" cmpd="sng">
            <a:solidFill>
              <a:srgbClr val="FFD527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0" name="Freeform 200"/>
          <p:cNvSpPr/>
          <p:nvPr/>
        </p:nvSpPr>
        <p:spPr>
          <a:xfrm>
            <a:off x="400582" y="409032"/>
            <a:ext cx="3298139" cy="1925814"/>
          </a:xfrm>
          <a:custGeom>
            <a:avLst/>
            <a:gdLst/>
            <a:ahLst/>
            <a:cxnLst/>
            <a:rect l="0" t="0" r="0" b="0"/>
            <a:pathLst>
              <a:path w="3298139" h="1925814">
                <a:moveTo>
                  <a:pt x="0" y="1790166"/>
                </a:moveTo>
                <a:lnTo>
                  <a:pt x="0" y="570535"/>
                </a:lnTo>
                <a:cubicBezTo>
                  <a:pt x="1099388" y="380352"/>
                  <a:pt x="2198763" y="190182"/>
                  <a:pt x="3298139" y="0"/>
                </a:cubicBezTo>
                <a:lnTo>
                  <a:pt x="3298139" y="1925814"/>
                </a:lnTo>
                <a:lnTo>
                  <a:pt x="494804" y="1925814"/>
                </a:lnTo>
              </a:path>
            </a:pathLst>
          </a:custGeom>
          <a:noFill/>
          <a:ln w="89966" cap="flat" cmpd="sng">
            <a:solidFill>
              <a:srgbClr val="FFD527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1" name="Rectangle 201"/>
          <p:cNvSpPr/>
          <p:nvPr/>
        </p:nvSpPr>
        <p:spPr>
          <a:xfrm>
            <a:off x="1304823" y="3569327"/>
            <a:ext cx="8973220" cy="28488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4243527" algn="l"/>
                <a:tab pos="8087156" algn="l"/>
              </a:tabLst>
            </a:pPr>
            <a:r>
              <a:rPr lang="en-US" sz="800" b="0" i="0" spc="0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Qu</a:t>
            </a:r>
            <a:r>
              <a:rPr lang="en-US" sz="800" b="0" i="0" spc="-7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es</a:t>
            </a:r>
            <a:r>
              <a:rPr lang="en-US" sz="800" b="0" i="0" spc="0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tion	</a:t>
            </a:r>
            <a:r>
              <a:rPr lang="en-US" sz="800" b="0" i="0" spc="-22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R</a:t>
            </a:r>
            <a:r>
              <a:rPr lang="en-US" sz="800" b="0" i="0" spc="0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ationale	</a:t>
            </a:r>
            <a:r>
              <a:rPr lang="en-US" sz="1212" b="0" i="0" spc="8" baseline="53299" dirty="0">
                <a:solidFill>
                  <a:srgbClr val="FFFFFF"/>
                </a:solidFill>
                <a:latin typeface="EYInterstate-Regular"/>
                <a:cs typeface="EYInterstate-Regular"/>
              </a:rPr>
              <a:t>D</a:t>
            </a:r>
            <a:r>
              <a:rPr lang="en-US" sz="1212" b="0" i="0" spc="0" baseline="53299" dirty="0">
                <a:solidFill>
                  <a:srgbClr val="FFFFFF"/>
                </a:solidFill>
                <a:latin typeface="EYInterstate-Regular"/>
                <a:cs typeface="EYInterstate-Regular"/>
              </a:rPr>
              <a:t>id </a:t>
            </a:r>
            <a:r>
              <a:rPr lang="en-US" sz="1212" b="0" i="0" spc="-19" baseline="53299" dirty="0">
                <a:solidFill>
                  <a:srgbClr val="FFFFFF"/>
                </a:solidFill>
                <a:latin typeface="EYInterstate-Regular"/>
                <a:cs typeface="EYInterstate-Regular"/>
              </a:rPr>
              <a:t>y</a:t>
            </a:r>
            <a:r>
              <a:rPr lang="en-US" sz="1212" b="0" i="0" spc="0" baseline="53299" dirty="0">
                <a:solidFill>
                  <a:srgbClr val="FFFFFF"/>
                </a:solidFill>
                <a:latin typeface="EYInterstate-Regular"/>
                <a:cs typeface="EYInterstate-Regular"/>
              </a:rPr>
              <a:t>ou </a:t>
            </a:r>
            <a:r>
              <a:rPr lang="en-US" sz="1212" b="0" i="0" spc="-14" baseline="53299" dirty="0">
                <a:solidFill>
                  <a:srgbClr val="FFFFFF"/>
                </a:solidFill>
                <a:latin typeface="EYInterstate-Regular"/>
                <a:cs typeface="EYInterstate-Regular"/>
              </a:rPr>
              <a:t>c</a:t>
            </a:r>
            <a:r>
              <a:rPr lang="en-US" sz="1212" b="0" i="0" spc="0" baseline="53299" dirty="0">
                <a:solidFill>
                  <a:srgbClr val="FFFFFF"/>
                </a:solidFill>
                <a:latin typeface="EYInterstate-Regular"/>
                <a:cs typeface="EYInterstate-Regular"/>
              </a:rPr>
              <a:t>onsider  </a:t>
            </a:r>
          </a:p>
          <a:p>
            <a:pPr marL="7982000">
              <a:lnSpc>
                <a:spcPts val="600"/>
              </a:lnSpc>
            </a:pPr>
            <a:r>
              <a:rPr lang="en-US" sz="800" b="0" i="0" spc="0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asking this qu</a:t>
            </a:r>
            <a:r>
              <a:rPr lang="en-US" sz="800" b="0" i="0" spc="-8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7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0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tio</a:t>
            </a:r>
            <a:r>
              <a:rPr lang="en-US" sz="800" b="0" i="0" spc="-44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n?</a:t>
            </a:r>
          </a:p>
        </p:txBody>
      </p:sp>
      <p:sp>
        <p:nvSpPr>
          <p:cNvPr id="203" name="Rectangle 203"/>
          <p:cNvSpPr/>
          <p:nvPr/>
        </p:nvSpPr>
        <p:spPr>
          <a:xfrm>
            <a:off x="381076" y="3948916"/>
            <a:ext cx="1442831" cy="47264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1" i="0" spc="-27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B</a:t>
            </a:r>
            <a:r>
              <a:rPr lang="en-US" sz="800" b="1" i="0" spc="-37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o</a:t>
            </a:r>
            <a:r>
              <a:rPr lang="en-US" sz="800" b="1" i="0" spc="-19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x</a:t>
            </a:r>
            <a:r>
              <a:rPr lang="en-US" sz="800" b="1" i="0" spc="-20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 A</a:t>
            </a:r>
          </a:p>
          <a:p>
            <a:pPr marL="119379">
              <a:lnSpc>
                <a:spcPts val="1568"/>
              </a:lnSpc>
              <a:tabLst>
                <a:tab pos="387298" algn="l"/>
              </a:tabLst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	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22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w 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2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 t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1212" b="0" i="0" spc="-15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0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</a:p>
          <a:p>
            <a:pPr marL="387299">
              <a:lnSpc>
                <a:spcPts val="1100"/>
              </a:lnSpc>
            </a:pP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equ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d?</a:t>
            </a:r>
          </a:p>
        </p:txBody>
      </p:sp>
      <p:sp>
        <p:nvSpPr>
          <p:cNvPr id="206" name="Rectangle 206"/>
          <p:cNvSpPr/>
          <p:nvPr/>
        </p:nvSpPr>
        <p:spPr>
          <a:xfrm>
            <a:off x="2361564" y="4136571"/>
            <a:ext cx="6801307" cy="4373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4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’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impo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u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nd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he u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 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3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1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, such as 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hel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d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sk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ng 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,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if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6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,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 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.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6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,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aud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 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q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</a:p>
          <a:p>
            <a:pPr marL="0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thering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do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me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ed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viden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a 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is pe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. If 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di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do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do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 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d,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the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at th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</a:p>
          <a:p>
            <a:pPr marL="0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act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vi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o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.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lyin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olely on 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qu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ry 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n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ow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ed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ting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da</a:t>
            </a:r>
            <a:r>
              <a:rPr lang="en-US" sz="800" b="0" i="0" spc="-3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s.</a:t>
            </a:r>
          </a:p>
        </p:txBody>
      </p:sp>
      <p:sp>
        <p:nvSpPr>
          <p:cNvPr id="209" name="Rectangle 209"/>
          <p:cNvSpPr/>
          <p:nvPr/>
        </p:nvSpPr>
        <p:spPr>
          <a:xfrm>
            <a:off x="381076" y="4654527"/>
            <a:ext cx="1740916" cy="62128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1" i="0" spc="-27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B</a:t>
            </a:r>
            <a:r>
              <a:rPr lang="en-US" sz="800" b="1" i="0" spc="-37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o</a:t>
            </a:r>
            <a:r>
              <a:rPr lang="en-US" sz="800" b="1" i="0" spc="-19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x</a:t>
            </a:r>
            <a:r>
              <a:rPr lang="en-US" sz="800" b="1" i="0" spc="-20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 B</a:t>
            </a:r>
          </a:p>
          <a:p>
            <a:pPr marL="119379">
              <a:lnSpc>
                <a:spcPts val="1539"/>
              </a:lnSpc>
              <a:tabLst>
                <a:tab pos="387298" algn="l"/>
              </a:tabLst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	</a:t>
            </a:r>
            <a:r>
              <a:rPr lang="en-US" sz="1212" b="0" i="0" spc="-14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1212" b="0" i="0" spc="-26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y 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 i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0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20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12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 </a:t>
            </a:r>
            <a:r>
              <a:rPr lang="en-US" sz="1212" b="0" i="0" spc="-25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 ch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ng</a:t>
            </a:r>
            <a:r>
              <a:rPr lang="en-US" sz="1212" b="0" i="0" spc="0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</a:p>
          <a:p>
            <a:pPr marL="387299">
              <a:lnSpc>
                <a:spcPts val="1100"/>
              </a:lnSpc>
            </a:pP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equ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tho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z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ed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</a:t>
            </a:r>
          </a:p>
          <a:p>
            <a:pPr marL="387299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busi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T?</a:t>
            </a:r>
          </a:p>
        </p:txBody>
      </p:sp>
      <p:sp>
        <p:nvSpPr>
          <p:cNvPr id="210" name="Rectangle 210"/>
          <p:cNvSpPr/>
          <p:nvPr/>
        </p:nvSpPr>
        <p:spPr>
          <a:xfrm>
            <a:off x="2361564" y="4838423"/>
            <a:ext cx="6811436" cy="8056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Autho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zin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g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nge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be d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v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eloped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ld be </a:t>
            </a:r>
            <a:r>
              <a:rPr lang="en-US" sz="800" b="0" i="0" spc="-25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f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r 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v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ding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pe</a:t>
            </a:r>
            <a:r>
              <a:rPr lang="en-US" sz="800" b="0" i="0" spc="-35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onal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ri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k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f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is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k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s.</a:t>
            </a:r>
          </a:p>
          <a:p>
            <a:pPr marL="0">
              <a:lnSpc>
                <a:spcPts val="1700"/>
              </a:lnSpc>
            </a:pP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If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the aut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1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z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 is im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 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om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nly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 m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at th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’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3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ng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tha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il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 </a:t>
            </a:r>
          </a:p>
          <a:p>
            <a:pPr marL="0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be 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ov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 </a:t>
            </a:r>
            <a:r>
              <a:rPr lang="en-US" sz="80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pl</a:t>
            </a:r>
            <a:r>
              <a:rPr lang="en-US" sz="80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la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er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 the 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 ph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,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the 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being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ed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ly 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pe</a:t>
            </a:r>
            <a:r>
              <a:rPr lang="en-US" sz="800" b="0" i="0" spc="-3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 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3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</a:p>
          <a:p>
            <a:pPr marL="0">
              <a:lnSpc>
                <a:spcPts val="1200"/>
              </a:lnSpc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f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inancial 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m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. H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ow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v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10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, if the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ut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1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z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on is 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m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po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 m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k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 su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that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he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ha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ng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 i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du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d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do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n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vio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a</a:t>
            </a:r>
            <a:r>
              <a:rPr lang="en-US" sz="800" b="0" i="0" spc="-26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y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cc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u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ng 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30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ds 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th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 </a:t>
            </a:r>
          </a:p>
          <a:p>
            <a:pPr marL="0">
              <a:lnSpc>
                <a:spcPts val="1200"/>
              </a:lnSpc>
            </a:pPr>
            <a:r>
              <a:rPr lang="en-US" sz="800" b="0" i="0" spc="-21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om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p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26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y</a:t>
            </a:r>
            <a:r>
              <a:rPr lang="en-US" sz="800" b="0" i="0" spc="-4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’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 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f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l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,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hen th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au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hor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1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z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on aspect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m</a:t>
            </a:r>
            <a:r>
              <a:rPr lang="en-US" sz="800" b="0" i="0" spc="-19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y be 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k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y 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the au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di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 b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b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u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de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b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y 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he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Y 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m.</a:t>
            </a:r>
          </a:p>
        </p:txBody>
      </p:sp>
      <p:sp>
        <p:nvSpPr>
          <p:cNvPr id="211" name="Rectangle 211"/>
          <p:cNvSpPr/>
          <p:nvPr/>
        </p:nvSpPr>
        <p:spPr>
          <a:xfrm>
            <a:off x="9308465" y="5025977"/>
            <a:ext cx="157205" cy="1325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8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</a:p>
        </p:txBody>
      </p:sp>
      <p:sp>
        <p:nvSpPr>
          <p:cNvPr id="212" name="Rectangle 212"/>
          <p:cNvSpPr/>
          <p:nvPr/>
        </p:nvSpPr>
        <p:spPr>
          <a:xfrm>
            <a:off x="9308465" y="5356177"/>
            <a:ext cx="127406" cy="1325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No</a:t>
            </a:r>
          </a:p>
        </p:txBody>
      </p:sp>
      <p:sp>
        <p:nvSpPr>
          <p:cNvPr id="213" name="Rectangle 213"/>
          <p:cNvSpPr/>
          <p:nvPr/>
        </p:nvSpPr>
        <p:spPr>
          <a:xfrm>
            <a:off x="502386" y="5726611"/>
            <a:ext cx="1486458" cy="2849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66090" algn="l"/>
              </a:tabLst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B	</a:t>
            </a:r>
            <a:r>
              <a:rPr lang="en-US" sz="1212" b="0" i="0" spc="-14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o a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1212" b="0" i="0" spc="-20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z</a:t>
            </a:r>
            <a:r>
              <a:rPr lang="en-US" sz="1212" b="0" i="0" spc="-15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 the ch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ng</a:t>
            </a:r>
            <a:r>
              <a:rPr lang="en-US" sz="1212" b="0" i="0" spc="0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</a:p>
          <a:p>
            <a:pPr marL="266090">
              <a:lnSpc>
                <a:spcPts val="1100"/>
              </a:lnSpc>
            </a:pP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equ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t?</a:t>
            </a:r>
          </a:p>
        </p:txBody>
      </p:sp>
      <p:sp>
        <p:nvSpPr>
          <p:cNvPr id="214" name="Rectangle 214"/>
          <p:cNvSpPr/>
          <p:nvPr/>
        </p:nvSpPr>
        <p:spPr>
          <a:xfrm>
            <a:off x="2361666" y="5726611"/>
            <a:ext cx="6768866" cy="8056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1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z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 de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ns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 the p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, i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4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’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mpo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 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3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ua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m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ng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th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</a:p>
          <a:p>
            <a:pPr marL="0">
              <a:lnSpc>
                <a:spcPts val="1200"/>
              </a:lnSpc>
            </a:pP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omp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,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bj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ti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an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h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the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ig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 m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the deci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ion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. </a:t>
            </a:r>
          </a:p>
          <a:p>
            <a:pPr marL="0">
              <a:lnSpc>
                <a:spcPts val="1700"/>
              </a:lnSpc>
            </a:pP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 this </a:t>
            </a:r>
            <a:r>
              <a:rPr lang="en-US" sz="800" b="0" i="0" spc="-2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x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mp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,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i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4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’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p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sible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omeone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 the H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/</a:t>
            </a:r>
            <a:r>
              <a:rPr lang="en-US" sz="800" b="0" i="0" spc="-3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oll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me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q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hat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 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ax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wi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thho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ng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b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da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wi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3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6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. </a:t>
            </a:r>
          </a:p>
          <a:p>
            <a:pPr marL="0">
              <a:lnSpc>
                <a:spcPts val="1200"/>
              </a:lnSpc>
            </a:pP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4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’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impo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at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he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pp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op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peop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 H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/</a:t>
            </a:r>
            <a:r>
              <a:rPr lang="en-US" sz="800" b="0" i="0" spc="-3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 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in 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aut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z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ng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 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tha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ch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i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</a:p>
          <a:p>
            <a:pPr marL="0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ain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th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or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ou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ing 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1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3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s.</a:t>
            </a:r>
          </a:p>
        </p:txBody>
      </p:sp>
      <p:sp>
        <p:nvSpPr>
          <p:cNvPr id="215" name="Rectangle 215"/>
          <p:cNvSpPr/>
          <p:nvPr/>
        </p:nvSpPr>
        <p:spPr>
          <a:xfrm>
            <a:off x="9308566" y="5898111"/>
            <a:ext cx="157205" cy="1325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8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</a:p>
        </p:txBody>
      </p:sp>
      <p:sp>
        <p:nvSpPr>
          <p:cNvPr id="216" name="Rectangle 216"/>
          <p:cNvSpPr/>
          <p:nvPr/>
        </p:nvSpPr>
        <p:spPr>
          <a:xfrm>
            <a:off x="9308566" y="6228311"/>
            <a:ext cx="127406" cy="1325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No</a:t>
            </a:r>
          </a:p>
        </p:txBody>
      </p:sp>
      <p:sp>
        <p:nvSpPr>
          <p:cNvPr id="217" name="Rectangle 217"/>
          <p:cNvSpPr/>
          <p:nvPr/>
        </p:nvSpPr>
        <p:spPr>
          <a:xfrm>
            <a:off x="503504" y="6582591"/>
            <a:ext cx="1720138" cy="2849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65074" algn="l"/>
              </a:tabLst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C	</a:t>
            </a:r>
            <a:r>
              <a:rPr lang="en-US" sz="1212" b="0" i="0" spc="-14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at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2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ri</a:t>
            </a:r>
            <a:r>
              <a:rPr lang="en-US" sz="1212" b="0" i="0" spc="-23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a </a:t>
            </a:r>
            <a:r>
              <a:rPr lang="en-US" sz="1212" b="0" i="0" spc="-25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0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r </a:t>
            </a:r>
          </a:p>
          <a:p>
            <a:pPr marL="265074">
              <a:lnSpc>
                <a:spcPts val="1100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autho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z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nge 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q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t?</a:t>
            </a:r>
          </a:p>
        </p:txBody>
      </p:sp>
      <p:sp>
        <p:nvSpPr>
          <p:cNvPr id="218" name="Rectangle 218"/>
          <p:cNvSpPr/>
          <p:nvPr/>
        </p:nvSpPr>
        <p:spPr>
          <a:xfrm>
            <a:off x="2361768" y="6582591"/>
            <a:ext cx="6760616" cy="5897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pe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on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king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de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n,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as 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tho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izing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change 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eq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m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ov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or</a:t>
            </a:r>
            <a:r>
              <a:rPr lang="en-US" sz="800" b="0" i="0" spc="-3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3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 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,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i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4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’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mpo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und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on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</a:p>
          <a:p>
            <a:pPr marL="0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beh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ion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b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au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hel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f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irm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ha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,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 the 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di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4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’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j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dg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m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,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pe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on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p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b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m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k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g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nab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.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Un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de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and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g </a:t>
            </a:r>
          </a:p>
          <a:p>
            <a:pPr marL="0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3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uat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ing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the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ri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suppo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the 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di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4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’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onc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usion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the 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1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z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rm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ia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6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,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on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autho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z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n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b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</a:t>
            </a:r>
          </a:p>
          <a:p>
            <a:pPr marL="0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autho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z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s.</a:t>
            </a:r>
          </a:p>
        </p:txBody>
      </p:sp>
      <p:sp>
        <p:nvSpPr>
          <p:cNvPr id="219" name="Rectangle 219"/>
          <p:cNvSpPr/>
          <p:nvPr/>
        </p:nvSpPr>
        <p:spPr>
          <a:xfrm>
            <a:off x="9308668" y="6646091"/>
            <a:ext cx="157205" cy="1325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8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</a:p>
        </p:txBody>
      </p:sp>
      <p:sp>
        <p:nvSpPr>
          <p:cNvPr id="220" name="Rectangle 220"/>
          <p:cNvSpPr/>
          <p:nvPr/>
        </p:nvSpPr>
        <p:spPr>
          <a:xfrm>
            <a:off x="9308668" y="6976291"/>
            <a:ext cx="127406" cy="1325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No</a:t>
            </a:r>
          </a:p>
        </p:txBody>
      </p:sp>
      <p:sp>
        <p:nvSpPr>
          <p:cNvPr id="221" name="Rectangle 221"/>
          <p:cNvSpPr/>
          <p:nvPr/>
        </p:nvSpPr>
        <p:spPr>
          <a:xfrm>
            <a:off x="699564" y="1170547"/>
            <a:ext cx="2708036" cy="836015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2800" b="1" i="0" spc="-69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A</a:t>
            </a:r>
            <a:r>
              <a:rPr lang="en-US" sz="2800" b="1" i="0" spc="-70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d</a:t>
            </a:r>
            <a:r>
              <a:rPr lang="en-US" sz="2800" b="1" i="0" spc="-140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v</a:t>
            </a:r>
            <a:r>
              <a:rPr lang="en-US" sz="2800" b="1" i="0" spc="-69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an</a:t>
            </a:r>
            <a:r>
              <a:rPr lang="en-US" sz="2800" b="1" i="0" spc="-103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c</a:t>
            </a:r>
            <a:r>
              <a:rPr lang="en-US" sz="2800" b="1" i="0" spc="-70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e</a:t>
            </a:r>
            <a:r>
              <a:rPr lang="en-US" sz="2800" b="1" i="0" spc="-69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d </a:t>
            </a:r>
            <a:r>
              <a:rPr lang="en-US" sz="2800" b="1" i="0" spc="-70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i</a:t>
            </a:r>
            <a:r>
              <a:rPr lang="en-US" sz="2800" b="1" i="0" spc="-69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d</a:t>
            </a:r>
            <a:r>
              <a:rPr lang="en-US" sz="2800" b="1" i="0" spc="-89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e</a:t>
            </a:r>
            <a:r>
              <a:rPr lang="en-US" sz="2800" b="1" i="0" spc="0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a </a:t>
            </a:r>
          </a:p>
          <a:p>
            <a:pPr marL="0">
              <a:lnSpc>
                <a:spcPts val="2900"/>
              </a:lnSpc>
            </a:pPr>
            <a:r>
              <a:rPr lang="en-US" sz="2800" b="1" i="0" spc="-69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m</a:t>
            </a:r>
            <a:r>
              <a:rPr lang="en-US" sz="2800" b="1" i="0" spc="-70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ec</a:t>
            </a:r>
            <a:r>
              <a:rPr lang="en-US" sz="2800" b="1" i="0" spc="-69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h</a:t>
            </a:r>
            <a:r>
              <a:rPr lang="en-US" sz="2800" b="1" i="0" spc="-70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a</a:t>
            </a:r>
            <a:r>
              <a:rPr lang="en-US" sz="2800" b="1" i="0" spc="-69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ni</a:t>
            </a:r>
            <a:r>
              <a:rPr lang="en-US" sz="2800" b="1" i="0" spc="-83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c</a:t>
            </a:r>
            <a:r>
              <a:rPr lang="en-US" sz="2800" b="1" i="0" spc="-69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s</a:t>
            </a:r>
            <a:r>
              <a:rPr lang="en-US" sz="2800" b="1" i="0" spc="-70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 </a:t>
            </a:r>
            <a:r>
              <a:rPr lang="en-US" sz="2800" b="1" i="0" spc="-128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(</a:t>
            </a:r>
            <a:r>
              <a:rPr lang="en-US" sz="2800" b="1" i="0" spc="-69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AI</a:t>
            </a:r>
            <a:r>
              <a:rPr lang="en-US" sz="2800" b="1" i="0" spc="-70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M</a:t>
            </a:r>
            <a:r>
              <a:rPr lang="en-US" sz="2800" b="1" i="0" spc="0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) </a:t>
            </a:r>
          </a:p>
        </p:txBody>
      </p:sp>
      <p:sp>
        <p:nvSpPr>
          <p:cNvPr id="103" name="Freeform 103"/>
          <p:cNvSpPr/>
          <p:nvPr/>
        </p:nvSpPr>
        <p:spPr>
          <a:xfrm>
            <a:off x="9232200" y="4112745"/>
            <a:ext cx="0" cy="518960"/>
          </a:xfrm>
          <a:custGeom>
            <a:avLst/>
            <a:gdLst/>
            <a:ahLst/>
            <a:cxnLst/>
            <a:rect l="0" t="0" r="0" b="0"/>
            <a:pathLst>
              <a:path h="518960">
                <a:moveTo>
                  <a:pt x="0" y="518960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2" name="Freeform 112"/>
          <p:cNvSpPr/>
          <p:nvPr/>
        </p:nvSpPr>
        <p:spPr>
          <a:xfrm>
            <a:off x="9232200" y="3533138"/>
            <a:ext cx="0" cy="401802"/>
          </a:xfrm>
          <a:custGeom>
            <a:avLst/>
            <a:gdLst/>
            <a:ahLst/>
            <a:cxnLst/>
            <a:rect l="0" t="0" r="0" b="0"/>
            <a:pathLst>
              <a:path h="401802">
                <a:moveTo>
                  <a:pt x="0" y="401802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4" name="Freeform 124"/>
          <p:cNvSpPr/>
          <p:nvPr/>
        </p:nvSpPr>
        <p:spPr>
          <a:xfrm>
            <a:off x="9619551" y="4167353"/>
            <a:ext cx="152400" cy="147802"/>
          </a:xfrm>
          <a:custGeom>
            <a:avLst/>
            <a:gdLst/>
            <a:ahLst/>
            <a:cxnLst/>
            <a:rect l="0" t="0" r="0" b="0"/>
            <a:pathLst>
              <a:path w="152400" h="147802">
                <a:moveTo>
                  <a:pt x="0" y="147802"/>
                </a:moveTo>
                <a:lnTo>
                  <a:pt x="152400" y="147802"/>
                </a:lnTo>
                <a:lnTo>
                  <a:pt x="152400" y="0"/>
                </a:lnTo>
                <a:lnTo>
                  <a:pt x="0" y="0"/>
                </a:lnTo>
                <a:lnTo>
                  <a:pt x="0" y="147802"/>
                </a:lnTo>
                <a:close/>
              </a:path>
            </a:pathLst>
          </a:custGeom>
          <a:noFill/>
          <a:ln w="12700" cap="flat" cmpd="sng">
            <a:solidFill>
              <a:srgbClr val="5D6772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5" name="Freeform 125"/>
          <p:cNvSpPr/>
          <p:nvPr/>
        </p:nvSpPr>
        <p:spPr>
          <a:xfrm>
            <a:off x="9620250" y="4459453"/>
            <a:ext cx="152400" cy="147802"/>
          </a:xfrm>
          <a:custGeom>
            <a:avLst/>
            <a:gdLst/>
            <a:ahLst/>
            <a:cxnLst/>
            <a:rect l="0" t="0" r="0" b="0"/>
            <a:pathLst>
              <a:path w="152400" h="147802">
                <a:moveTo>
                  <a:pt x="0" y="147802"/>
                </a:moveTo>
                <a:lnTo>
                  <a:pt x="152400" y="147802"/>
                </a:lnTo>
                <a:lnTo>
                  <a:pt x="152400" y="0"/>
                </a:lnTo>
                <a:lnTo>
                  <a:pt x="0" y="0"/>
                </a:lnTo>
                <a:lnTo>
                  <a:pt x="0" y="147802"/>
                </a:lnTo>
                <a:close/>
              </a:path>
            </a:pathLst>
          </a:custGeom>
          <a:noFill/>
          <a:ln w="12700" cap="flat" cmpd="sng">
            <a:solidFill>
              <a:srgbClr val="5D6772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7" name="Rectangle 207"/>
          <p:cNvSpPr/>
          <p:nvPr/>
        </p:nvSpPr>
        <p:spPr>
          <a:xfrm>
            <a:off x="9308465" y="4139517"/>
            <a:ext cx="157205" cy="1325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8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</a:p>
        </p:txBody>
      </p:sp>
      <p:sp>
        <p:nvSpPr>
          <p:cNvPr id="208" name="Rectangle 208"/>
          <p:cNvSpPr/>
          <p:nvPr/>
        </p:nvSpPr>
        <p:spPr>
          <a:xfrm>
            <a:off x="9308465" y="4469717"/>
            <a:ext cx="127406" cy="1325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222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2900" y="342900"/>
            <a:ext cx="10002329" cy="2861005"/>
          </a:xfrm>
          <a:prstGeom prst="rect">
            <a:avLst/>
          </a:prstGeom>
          <a:noFill/>
        </p:spPr>
      </p:pic>
      <p:sp>
        <p:nvSpPr>
          <p:cNvPr id="223" name="Freeform 223"/>
          <p:cNvSpPr/>
          <p:nvPr/>
        </p:nvSpPr>
        <p:spPr>
          <a:xfrm>
            <a:off x="717550" y="918006"/>
            <a:ext cx="0" cy="534365"/>
          </a:xfrm>
          <a:custGeom>
            <a:avLst/>
            <a:gdLst/>
            <a:ahLst/>
            <a:cxnLst/>
            <a:rect l="0" t="0" r="0" b="0"/>
            <a:pathLst>
              <a:path h="534365">
                <a:moveTo>
                  <a:pt x="0" y="534365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4" name="Freeform 224"/>
          <p:cNvSpPr/>
          <p:nvPr/>
        </p:nvSpPr>
        <p:spPr>
          <a:xfrm>
            <a:off x="2310700" y="918006"/>
            <a:ext cx="0" cy="534365"/>
          </a:xfrm>
          <a:custGeom>
            <a:avLst/>
            <a:gdLst/>
            <a:ahLst/>
            <a:cxnLst/>
            <a:rect l="0" t="0" r="0" b="0"/>
            <a:pathLst>
              <a:path h="534365">
                <a:moveTo>
                  <a:pt x="0" y="534365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5" name="Freeform 225"/>
          <p:cNvSpPr/>
          <p:nvPr/>
        </p:nvSpPr>
        <p:spPr>
          <a:xfrm>
            <a:off x="9232200" y="918006"/>
            <a:ext cx="0" cy="534365"/>
          </a:xfrm>
          <a:custGeom>
            <a:avLst/>
            <a:gdLst/>
            <a:ahLst/>
            <a:cxnLst/>
            <a:rect l="0" t="0" r="0" b="0"/>
            <a:pathLst>
              <a:path h="534365">
                <a:moveTo>
                  <a:pt x="0" y="534365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6" name="Freeform 226"/>
          <p:cNvSpPr/>
          <p:nvPr/>
        </p:nvSpPr>
        <p:spPr>
          <a:xfrm>
            <a:off x="717550" y="1458720"/>
            <a:ext cx="0" cy="1143850"/>
          </a:xfrm>
          <a:custGeom>
            <a:avLst/>
            <a:gdLst/>
            <a:ahLst/>
            <a:cxnLst/>
            <a:rect l="0" t="0" r="0" b="0"/>
            <a:pathLst>
              <a:path h="1143850">
                <a:moveTo>
                  <a:pt x="0" y="1143850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7" name="Freeform 227"/>
          <p:cNvSpPr/>
          <p:nvPr/>
        </p:nvSpPr>
        <p:spPr>
          <a:xfrm>
            <a:off x="2310700" y="1458720"/>
            <a:ext cx="0" cy="1143850"/>
          </a:xfrm>
          <a:custGeom>
            <a:avLst/>
            <a:gdLst/>
            <a:ahLst/>
            <a:cxnLst/>
            <a:rect l="0" t="0" r="0" b="0"/>
            <a:pathLst>
              <a:path h="1143850">
                <a:moveTo>
                  <a:pt x="0" y="1143850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8" name="Freeform 228"/>
          <p:cNvSpPr/>
          <p:nvPr/>
        </p:nvSpPr>
        <p:spPr>
          <a:xfrm>
            <a:off x="9232200" y="1458720"/>
            <a:ext cx="0" cy="1143850"/>
          </a:xfrm>
          <a:custGeom>
            <a:avLst/>
            <a:gdLst/>
            <a:ahLst/>
            <a:cxnLst/>
            <a:rect l="0" t="0" r="0" b="0"/>
            <a:pathLst>
              <a:path h="1143850">
                <a:moveTo>
                  <a:pt x="0" y="1143850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9" name="Freeform 229"/>
          <p:cNvSpPr/>
          <p:nvPr/>
        </p:nvSpPr>
        <p:spPr>
          <a:xfrm>
            <a:off x="717550" y="2608926"/>
            <a:ext cx="0" cy="408279"/>
          </a:xfrm>
          <a:custGeom>
            <a:avLst/>
            <a:gdLst/>
            <a:ahLst/>
            <a:cxnLst/>
            <a:rect l="0" t="0" r="0" b="0"/>
            <a:pathLst>
              <a:path h="408279">
                <a:moveTo>
                  <a:pt x="0" y="408279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0" name="Freeform 230"/>
          <p:cNvSpPr/>
          <p:nvPr/>
        </p:nvSpPr>
        <p:spPr>
          <a:xfrm>
            <a:off x="2310700" y="2608926"/>
            <a:ext cx="0" cy="408279"/>
          </a:xfrm>
          <a:custGeom>
            <a:avLst/>
            <a:gdLst/>
            <a:ahLst/>
            <a:cxnLst/>
            <a:rect l="0" t="0" r="0" b="0"/>
            <a:pathLst>
              <a:path h="408279">
                <a:moveTo>
                  <a:pt x="0" y="408279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1" name="Freeform 231"/>
          <p:cNvSpPr/>
          <p:nvPr/>
        </p:nvSpPr>
        <p:spPr>
          <a:xfrm>
            <a:off x="9232200" y="2608926"/>
            <a:ext cx="0" cy="408279"/>
          </a:xfrm>
          <a:custGeom>
            <a:avLst/>
            <a:gdLst/>
            <a:ahLst/>
            <a:cxnLst/>
            <a:rect l="0" t="0" r="0" b="0"/>
            <a:pathLst>
              <a:path h="408279">
                <a:moveTo>
                  <a:pt x="0" y="408279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2" name="Freeform 232"/>
          <p:cNvSpPr/>
          <p:nvPr/>
        </p:nvSpPr>
        <p:spPr>
          <a:xfrm>
            <a:off x="717550" y="3186011"/>
            <a:ext cx="0" cy="509879"/>
          </a:xfrm>
          <a:custGeom>
            <a:avLst/>
            <a:gdLst/>
            <a:ahLst/>
            <a:cxnLst/>
            <a:rect l="0" t="0" r="0" b="0"/>
            <a:pathLst>
              <a:path h="509879">
                <a:moveTo>
                  <a:pt x="0" y="509879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3" name="Freeform 233"/>
          <p:cNvSpPr/>
          <p:nvPr/>
        </p:nvSpPr>
        <p:spPr>
          <a:xfrm>
            <a:off x="2310700" y="3186011"/>
            <a:ext cx="0" cy="509879"/>
          </a:xfrm>
          <a:custGeom>
            <a:avLst/>
            <a:gdLst/>
            <a:ahLst/>
            <a:cxnLst/>
            <a:rect l="0" t="0" r="0" b="0"/>
            <a:pathLst>
              <a:path h="509879">
                <a:moveTo>
                  <a:pt x="0" y="509879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4" name="Freeform 234"/>
          <p:cNvSpPr/>
          <p:nvPr/>
        </p:nvSpPr>
        <p:spPr>
          <a:xfrm>
            <a:off x="9232200" y="3186011"/>
            <a:ext cx="0" cy="509879"/>
          </a:xfrm>
          <a:custGeom>
            <a:avLst/>
            <a:gdLst/>
            <a:ahLst/>
            <a:cxnLst/>
            <a:rect l="0" t="0" r="0" b="0"/>
            <a:pathLst>
              <a:path h="509879">
                <a:moveTo>
                  <a:pt x="0" y="509879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5" name="Freeform 235"/>
          <p:cNvSpPr/>
          <p:nvPr/>
        </p:nvSpPr>
        <p:spPr>
          <a:xfrm>
            <a:off x="717550" y="3702247"/>
            <a:ext cx="0" cy="633704"/>
          </a:xfrm>
          <a:custGeom>
            <a:avLst/>
            <a:gdLst/>
            <a:ahLst/>
            <a:cxnLst/>
            <a:rect l="0" t="0" r="0" b="0"/>
            <a:pathLst>
              <a:path h="633704">
                <a:moveTo>
                  <a:pt x="0" y="6337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6" name="Freeform 236"/>
          <p:cNvSpPr/>
          <p:nvPr/>
        </p:nvSpPr>
        <p:spPr>
          <a:xfrm>
            <a:off x="2310700" y="3702247"/>
            <a:ext cx="0" cy="633704"/>
          </a:xfrm>
          <a:custGeom>
            <a:avLst/>
            <a:gdLst/>
            <a:ahLst/>
            <a:cxnLst/>
            <a:rect l="0" t="0" r="0" b="0"/>
            <a:pathLst>
              <a:path h="633704">
                <a:moveTo>
                  <a:pt x="0" y="6337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7" name="Freeform 237"/>
          <p:cNvSpPr/>
          <p:nvPr/>
        </p:nvSpPr>
        <p:spPr>
          <a:xfrm>
            <a:off x="9232200" y="3702247"/>
            <a:ext cx="0" cy="633704"/>
          </a:xfrm>
          <a:custGeom>
            <a:avLst/>
            <a:gdLst/>
            <a:ahLst/>
            <a:cxnLst/>
            <a:rect l="0" t="0" r="0" b="0"/>
            <a:pathLst>
              <a:path h="633704">
                <a:moveTo>
                  <a:pt x="0" y="6337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8" name="Freeform 238"/>
          <p:cNvSpPr/>
          <p:nvPr/>
        </p:nvSpPr>
        <p:spPr>
          <a:xfrm>
            <a:off x="717550" y="4342307"/>
            <a:ext cx="0" cy="506704"/>
          </a:xfrm>
          <a:custGeom>
            <a:avLst/>
            <a:gdLst/>
            <a:ahLst/>
            <a:cxnLst/>
            <a:rect l="0" t="0" r="0" b="0"/>
            <a:pathLst>
              <a:path h="506704">
                <a:moveTo>
                  <a:pt x="0" y="5067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9" name="Freeform 239"/>
          <p:cNvSpPr/>
          <p:nvPr/>
        </p:nvSpPr>
        <p:spPr>
          <a:xfrm>
            <a:off x="2310700" y="4342307"/>
            <a:ext cx="0" cy="506704"/>
          </a:xfrm>
          <a:custGeom>
            <a:avLst/>
            <a:gdLst/>
            <a:ahLst/>
            <a:cxnLst/>
            <a:rect l="0" t="0" r="0" b="0"/>
            <a:pathLst>
              <a:path h="506704">
                <a:moveTo>
                  <a:pt x="0" y="5067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0" name="Freeform 240"/>
          <p:cNvSpPr/>
          <p:nvPr/>
        </p:nvSpPr>
        <p:spPr>
          <a:xfrm>
            <a:off x="9232200" y="4342307"/>
            <a:ext cx="0" cy="506704"/>
          </a:xfrm>
          <a:custGeom>
            <a:avLst/>
            <a:gdLst/>
            <a:ahLst/>
            <a:cxnLst/>
            <a:rect l="0" t="0" r="0" b="0"/>
            <a:pathLst>
              <a:path h="506704">
                <a:moveTo>
                  <a:pt x="0" y="5067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1" name="Freeform 241"/>
          <p:cNvSpPr/>
          <p:nvPr/>
        </p:nvSpPr>
        <p:spPr>
          <a:xfrm>
            <a:off x="717550" y="4855366"/>
            <a:ext cx="0" cy="506704"/>
          </a:xfrm>
          <a:custGeom>
            <a:avLst/>
            <a:gdLst/>
            <a:ahLst/>
            <a:cxnLst/>
            <a:rect l="0" t="0" r="0" b="0"/>
            <a:pathLst>
              <a:path h="506704">
                <a:moveTo>
                  <a:pt x="0" y="5067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2" name="Freeform 242"/>
          <p:cNvSpPr/>
          <p:nvPr/>
        </p:nvSpPr>
        <p:spPr>
          <a:xfrm>
            <a:off x="2310700" y="4855366"/>
            <a:ext cx="0" cy="506704"/>
          </a:xfrm>
          <a:custGeom>
            <a:avLst/>
            <a:gdLst/>
            <a:ahLst/>
            <a:cxnLst/>
            <a:rect l="0" t="0" r="0" b="0"/>
            <a:pathLst>
              <a:path h="506704">
                <a:moveTo>
                  <a:pt x="0" y="5067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3" name="Freeform 243"/>
          <p:cNvSpPr/>
          <p:nvPr/>
        </p:nvSpPr>
        <p:spPr>
          <a:xfrm>
            <a:off x="9232200" y="4855366"/>
            <a:ext cx="0" cy="506704"/>
          </a:xfrm>
          <a:custGeom>
            <a:avLst/>
            <a:gdLst/>
            <a:ahLst/>
            <a:cxnLst/>
            <a:rect l="0" t="0" r="0" b="0"/>
            <a:pathLst>
              <a:path h="506704">
                <a:moveTo>
                  <a:pt x="0" y="5067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4" name="Freeform 244"/>
          <p:cNvSpPr/>
          <p:nvPr/>
        </p:nvSpPr>
        <p:spPr>
          <a:xfrm>
            <a:off x="717550" y="5368428"/>
            <a:ext cx="0" cy="384403"/>
          </a:xfrm>
          <a:custGeom>
            <a:avLst/>
            <a:gdLst/>
            <a:ahLst/>
            <a:cxnLst/>
            <a:rect l="0" t="0" r="0" b="0"/>
            <a:pathLst>
              <a:path h="384403">
                <a:moveTo>
                  <a:pt x="0" y="384403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5" name="Freeform 245"/>
          <p:cNvSpPr/>
          <p:nvPr/>
        </p:nvSpPr>
        <p:spPr>
          <a:xfrm>
            <a:off x="2310700" y="5368428"/>
            <a:ext cx="0" cy="384403"/>
          </a:xfrm>
          <a:custGeom>
            <a:avLst/>
            <a:gdLst/>
            <a:ahLst/>
            <a:cxnLst/>
            <a:rect l="0" t="0" r="0" b="0"/>
            <a:pathLst>
              <a:path h="384403">
                <a:moveTo>
                  <a:pt x="0" y="384403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6" name="Freeform 246"/>
          <p:cNvSpPr/>
          <p:nvPr/>
        </p:nvSpPr>
        <p:spPr>
          <a:xfrm>
            <a:off x="9232200" y="5368428"/>
            <a:ext cx="0" cy="384403"/>
          </a:xfrm>
          <a:custGeom>
            <a:avLst/>
            <a:gdLst/>
            <a:ahLst/>
            <a:cxnLst/>
            <a:rect l="0" t="0" r="0" b="0"/>
            <a:pathLst>
              <a:path h="384403">
                <a:moveTo>
                  <a:pt x="0" y="384403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7" name="Freeform 247"/>
          <p:cNvSpPr/>
          <p:nvPr/>
        </p:nvSpPr>
        <p:spPr>
          <a:xfrm>
            <a:off x="717550" y="5759186"/>
            <a:ext cx="0" cy="506704"/>
          </a:xfrm>
          <a:custGeom>
            <a:avLst/>
            <a:gdLst/>
            <a:ahLst/>
            <a:cxnLst/>
            <a:rect l="0" t="0" r="0" b="0"/>
            <a:pathLst>
              <a:path h="506704">
                <a:moveTo>
                  <a:pt x="0" y="5067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8" name="Freeform 248"/>
          <p:cNvSpPr/>
          <p:nvPr/>
        </p:nvSpPr>
        <p:spPr>
          <a:xfrm>
            <a:off x="2310700" y="5759186"/>
            <a:ext cx="0" cy="506704"/>
          </a:xfrm>
          <a:custGeom>
            <a:avLst/>
            <a:gdLst/>
            <a:ahLst/>
            <a:cxnLst/>
            <a:rect l="0" t="0" r="0" b="0"/>
            <a:pathLst>
              <a:path h="506704">
                <a:moveTo>
                  <a:pt x="0" y="5067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9" name="Freeform 249"/>
          <p:cNvSpPr/>
          <p:nvPr/>
        </p:nvSpPr>
        <p:spPr>
          <a:xfrm>
            <a:off x="9232200" y="5759186"/>
            <a:ext cx="0" cy="506704"/>
          </a:xfrm>
          <a:custGeom>
            <a:avLst/>
            <a:gdLst/>
            <a:ahLst/>
            <a:cxnLst/>
            <a:rect l="0" t="0" r="0" b="0"/>
            <a:pathLst>
              <a:path h="506704">
                <a:moveTo>
                  <a:pt x="0" y="5067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0" name="Freeform 250"/>
          <p:cNvSpPr/>
          <p:nvPr/>
        </p:nvSpPr>
        <p:spPr>
          <a:xfrm>
            <a:off x="717550" y="355603"/>
            <a:ext cx="0" cy="401802"/>
          </a:xfrm>
          <a:custGeom>
            <a:avLst/>
            <a:gdLst/>
            <a:ahLst/>
            <a:cxnLst/>
            <a:rect l="0" t="0" r="0" b="0"/>
            <a:pathLst>
              <a:path h="401802">
                <a:moveTo>
                  <a:pt x="0" y="401802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1" name="Freeform 251"/>
          <p:cNvSpPr/>
          <p:nvPr/>
        </p:nvSpPr>
        <p:spPr>
          <a:xfrm>
            <a:off x="2310700" y="355603"/>
            <a:ext cx="0" cy="401802"/>
          </a:xfrm>
          <a:custGeom>
            <a:avLst/>
            <a:gdLst/>
            <a:ahLst/>
            <a:cxnLst/>
            <a:rect l="0" t="0" r="0" b="0"/>
            <a:pathLst>
              <a:path h="401802">
                <a:moveTo>
                  <a:pt x="0" y="401802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2" name="Freeform 252"/>
          <p:cNvSpPr/>
          <p:nvPr/>
        </p:nvSpPr>
        <p:spPr>
          <a:xfrm>
            <a:off x="9232200" y="355603"/>
            <a:ext cx="0" cy="401802"/>
          </a:xfrm>
          <a:custGeom>
            <a:avLst/>
            <a:gdLst/>
            <a:ahLst/>
            <a:cxnLst/>
            <a:rect l="0" t="0" r="0" b="0"/>
            <a:pathLst>
              <a:path h="401802">
                <a:moveTo>
                  <a:pt x="0" y="401802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3" name="Freeform 253"/>
          <p:cNvSpPr/>
          <p:nvPr/>
        </p:nvSpPr>
        <p:spPr>
          <a:xfrm>
            <a:off x="717550" y="6272246"/>
            <a:ext cx="0" cy="941679"/>
          </a:xfrm>
          <a:custGeom>
            <a:avLst/>
            <a:gdLst/>
            <a:ahLst/>
            <a:cxnLst/>
            <a:rect l="0" t="0" r="0" b="0"/>
            <a:pathLst>
              <a:path h="941679">
                <a:moveTo>
                  <a:pt x="0" y="941679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4" name="Freeform 254"/>
          <p:cNvSpPr/>
          <p:nvPr/>
        </p:nvSpPr>
        <p:spPr>
          <a:xfrm>
            <a:off x="2310700" y="6272246"/>
            <a:ext cx="0" cy="941679"/>
          </a:xfrm>
          <a:custGeom>
            <a:avLst/>
            <a:gdLst/>
            <a:ahLst/>
            <a:cxnLst/>
            <a:rect l="0" t="0" r="0" b="0"/>
            <a:pathLst>
              <a:path h="941679">
                <a:moveTo>
                  <a:pt x="0" y="941679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5" name="Freeform 255"/>
          <p:cNvSpPr/>
          <p:nvPr/>
        </p:nvSpPr>
        <p:spPr>
          <a:xfrm>
            <a:off x="9232200" y="6272246"/>
            <a:ext cx="0" cy="941679"/>
          </a:xfrm>
          <a:custGeom>
            <a:avLst/>
            <a:gdLst/>
            <a:ahLst/>
            <a:cxnLst/>
            <a:rect l="0" t="0" r="0" b="0"/>
            <a:pathLst>
              <a:path h="941679">
                <a:moveTo>
                  <a:pt x="0" y="941679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6" name="Freeform 256"/>
          <p:cNvSpPr/>
          <p:nvPr/>
        </p:nvSpPr>
        <p:spPr>
          <a:xfrm>
            <a:off x="355600" y="1455546"/>
            <a:ext cx="361950" cy="0"/>
          </a:xfrm>
          <a:custGeom>
            <a:avLst/>
            <a:gdLst/>
            <a:ahLst/>
            <a:cxnLst/>
            <a:rect l="0" t="0" r="0" b="0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7" name="Freeform 257"/>
          <p:cNvSpPr/>
          <p:nvPr/>
        </p:nvSpPr>
        <p:spPr>
          <a:xfrm>
            <a:off x="717550" y="1455546"/>
            <a:ext cx="1593151" cy="0"/>
          </a:xfrm>
          <a:custGeom>
            <a:avLst/>
            <a:gdLst/>
            <a:ahLst/>
            <a:cxnLst/>
            <a:rect l="0" t="0" r="0" b="0"/>
            <a:pathLst>
              <a:path w="1593151">
                <a:moveTo>
                  <a:pt x="0" y="0"/>
                </a:moveTo>
                <a:lnTo>
                  <a:pt x="1593151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8" name="Freeform 258"/>
          <p:cNvSpPr/>
          <p:nvPr/>
        </p:nvSpPr>
        <p:spPr>
          <a:xfrm>
            <a:off x="2310700" y="1455546"/>
            <a:ext cx="6921500" cy="0"/>
          </a:xfrm>
          <a:custGeom>
            <a:avLst/>
            <a:gdLst/>
            <a:ahLst/>
            <a:cxnLst/>
            <a:rect l="0" t="0" r="0" b="0"/>
            <a:pathLst>
              <a:path w="6921500">
                <a:moveTo>
                  <a:pt x="0" y="0"/>
                </a:moveTo>
                <a:lnTo>
                  <a:pt x="692150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9" name="Freeform 259"/>
          <p:cNvSpPr/>
          <p:nvPr/>
        </p:nvSpPr>
        <p:spPr>
          <a:xfrm>
            <a:off x="9232200" y="1455546"/>
            <a:ext cx="1100327" cy="0"/>
          </a:xfrm>
          <a:custGeom>
            <a:avLst/>
            <a:gdLst/>
            <a:ahLst/>
            <a:cxnLst/>
            <a:rect l="0" t="0" r="0" b="0"/>
            <a:pathLst>
              <a:path w="1100327">
                <a:moveTo>
                  <a:pt x="0" y="0"/>
                </a:moveTo>
                <a:lnTo>
                  <a:pt x="1100327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0" name="Freeform 260"/>
          <p:cNvSpPr/>
          <p:nvPr/>
        </p:nvSpPr>
        <p:spPr>
          <a:xfrm>
            <a:off x="355600" y="2605745"/>
            <a:ext cx="361950" cy="0"/>
          </a:xfrm>
          <a:custGeom>
            <a:avLst/>
            <a:gdLst/>
            <a:ahLst/>
            <a:cxnLst/>
            <a:rect l="0" t="0" r="0" b="0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1" name="Freeform 261"/>
          <p:cNvSpPr/>
          <p:nvPr/>
        </p:nvSpPr>
        <p:spPr>
          <a:xfrm>
            <a:off x="717550" y="2605745"/>
            <a:ext cx="1593151" cy="0"/>
          </a:xfrm>
          <a:custGeom>
            <a:avLst/>
            <a:gdLst/>
            <a:ahLst/>
            <a:cxnLst/>
            <a:rect l="0" t="0" r="0" b="0"/>
            <a:pathLst>
              <a:path w="1593151">
                <a:moveTo>
                  <a:pt x="0" y="0"/>
                </a:moveTo>
                <a:lnTo>
                  <a:pt x="1593151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2" name="Freeform 262"/>
          <p:cNvSpPr/>
          <p:nvPr/>
        </p:nvSpPr>
        <p:spPr>
          <a:xfrm>
            <a:off x="2310700" y="2605745"/>
            <a:ext cx="6921500" cy="0"/>
          </a:xfrm>
          <a:custGeom>
            <a:avLst/>
            <a:gdLst/>
            <a:ahLst/>
            <a:cxnLst/>
            <a:rect l="0" t="0" r="0" b="0"/>
            <a:pathLst>
              <a:path w="6921500">
                <a:moveTo>
                  <a:pt x="0" y="0"/>
                </a:moveTo>
                <a:lnTo>
                  <a:pt x="692150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3" name="Freeform 263"/>
          <p:cNvSpPr/>
          <p:nvPr/>
        </p:nvSpPr>
        <p:spPr>
          <a:xfrm>
            <a:off x="9232200" y="2605745"/>
            <a:ext cx="1100327" cy="0"/>
          </a:xfrm>
          <a:custGeom>
            <a:avLst/>
            <a:gdLst/>
            <a:ahLst/>
            <a:cxnLst/>
            <a:rect l="0" t="0" r="0" b="0"/>
            <a:pathLst>
              <a:path w="1100327">
                <a:moveTo>
                  <a:pt x="0" y="0"/>
                </a:moveTo>
                <a:lnTo>
                  <a:pt x="1100327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4" name="Freeform 264"/>
          <p:cNvSpPr/>
          <p:nvPr/>
        </p:nvSpPr>
        <p:spPr>
          <a:xfrm>
            <a:off x="355600" y="3699066"/>
            <a:ext cx="361950" cy="0"/>
          </a:xfrm>
          <a:custGeom>
            <a:avLst/>
            <a:gdLst/>
            <a:ahLst/>
            <a:cxnLst/>
            <a:rect l="0" t="0" r="0" b="0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5" name="Freeform 265"/>
          <p:cNvSpPr/>
          <p:nvPr/>
        </p:nvSpPr>
        <p:spPr>
          <a:xfrm>
            <a:off x="717550" y="3699066"/>
            <a:ext cx="1593151" cy="0"/>
          </a:xfrm>
          <a:custGeom>
            <a:avLst/>
            <a:gdLst/>
            <a:ahLst/>
            <a:cxnLst/>
            <a:rect l="0" t="0" r="0" b="0"/>
            <a:pathLst>
              <a:path w="1593151">
                <a:moveTo>
                  <a:pt x="0" y="0"/>
                </a:moveTo>
                <a:lnTo>
                  <a:pt x="1593151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6" name="Freeform 266"/>
          <p:cNvSpPr/>
          <p:nvPr/>
        </p:nvSpPr>
        <p:spPr>
          <a:xfrm>
            <a:off x="2310700" y="3699066"/>
            <a:ext cx="6921500" cy="0"/>
          </a:xfrm>
          <a:custGeom>
            <a:avLst/>
            <a:gdLst/>
            <a:ahLst/>
            <a:cxnLst/>
            <a:rect l="0" t="0" r="0" b="0"/>
            <a:pathLst>
              <a:path w="6921500">
                <a:moveTo>
                  <a:pt x="0" y="0"/>
                </a:moveTo>
                <a:lnTo>
                  <a:pt x="692150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7" name="Freeform 267"/>
          <p:cNvSpPr/>
          <p:nvPr/>
        </p:nvSpPr>
        <p:spPr>
          <a:xfrm>
            <a:off x="9232200" y="3699066"/>
            <a:ext cx="1100327" cy="0"/>
          </a:xfrm>
          <a:custGeom>
            <a:avLst/>
            <a:gdLst/>
            <a:ahLst/>
            <a:cxnLst/>
            <a:rect l="0" t="0" r="0" b="0"/>
            <a:pathLst>
              <a:path w="1100327">
                <a:moveTo>
                  <a:pt x="0" y="0"/>
                </a:moveTo>
                <a:lnTo>
                  <a:pt x="1100327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8" name="Freeform 268"/>
          <p:cNvSpPr/>
          <p:nvPr/>
        </p:nvSpPr>
        <p:spPr>
          <a:xfrm>
            <a:off x="355600" y="4339127"/>
            <a:ext cx="361950" cy="0"/>
          </a:xfrm>
          <a:custGeom>
            <a:avLst/>
            <a:gdLst/>
            <a:ahLst/>
            <a:cxnLst/>
            <a:rect l="0" t="0" r="0" b="0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9" name="Freeform 269"/>
          <p:cNvSpPr/>
          <p:nvPr/>
        </p:nvSpPr>
        <p:spPr>
          <a:xfrm>
            <a:off x="717550" y="4339127"/>
            <a:ext cx="1593151" cy="0"/>
          </a:xfrm>
          <a:custGeom>
            <a:avLst/>
            <a:gdLst/>
            <a:ahLst/>
            <a:cxnLst/>
            <a:rect l="0" t="0" r="0" b="0"/>
            <a:pathLst>
              <a:path w="1593151">
                <a:moveTo>
                  <a:pt x="0" y="0"/>
                </a:moveTo>
                <a:lnTo>
                  <a:pt x="1593151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0" name="Freeform 270"/>
          <p:cNvSpPr/>
          <p:nvPr/>
        </p:nvSpPr>
        <p:spPr>
          <a:xfrm>
            <a:off x="2310700" y="4339127"/>
            <a:ext cx="6921500" cy="0"/>
          </a:xfrm>
          <a:custGeom>
            <a:avLst/>
            <a:gdLst/>
            <a:ahLst/>
            <a:cxnLst/>
            <a:rect l="0" t="0" r="0" b="0"/>
            <a:pathLst>
              <a:path w="6921500">
                <a:moveTo>
                  <a:pt x="0" y="0"/>
                </a:moveTo>
                <a:lnTo>
                  <a:pt x="692150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1" name="Freeform 271"/>
          <p:cNvSpPr/>
          <p:nvPr/>
        </p:nvSpPr>
        <p:spPr>
          <a:xfrm>
            <a:off x="9232200" y="4339127"/>
            <a:ext cx="1100327" cy="0"/>
          </a:xfrm>
          <a:custGeom>
            <a:avLst/>
            <a:gdLst/>
            <a:ahLst/>
            <a:cxnLst/>
            <a:rect l="0" t="0" r="0" b="0"/>
            <a:pathLst>
              <a:path w="1100327">
                <a:moveTo>
                  <a:pt x="0" y="0"/>
                </a:moveTo>
                <a:lnTo>
                  <a:pt x="1100327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2" name="Freeform 272"/>
          <p:cNvSpPr/>
          <p:nvPr/>
        </p:nvSpPr>
        <p:spPr>
          <a:xfrm>
            <a:off x="355600" y="4852186"/>
            <a:ext cx="361950" cy="0"/>
          </a:xfrm>
          <a:custGeom>
            <a:avLst/>
            <a:gdLst/>
            <a:ahLst/>
            <a:cxnLst/>
            <a:rect l="0" t="0" r="0" b="0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3" name="Freeform 273"/>
          <p:cNvSpPr/>
          <p:nvPr/>
        </p:nvSpPr>
        <p:spPr>
          <a:xfrm>
            <a:off x="717550" y="4852186"/>
            <a:ext cx="1593151" cy="0"/>
          </a:xfrm>
          <a:custGeom>
            <a:avLst/>
            <a:gdLst/>
            <a:ahLst/>
            <a:cxnLst/>
            <a:rect l="0" t="0" r="0" b="0"/>
            <a:pathLst>
              <a:path w="1593151">
                <a:moveTo>
                  <a:pt x="0" y="0"/>
                </a:moveTo>
                <a:lnTo>
                  <a:pt x="1593151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4" name="Freeform 274"/>
          <p:cNvSpPr/>
          <p:nvPr/>
        </p:nvSpPr>
        <p:spPr>
          <a:xfrm>
            <a:off x="2310700" y="4852186"/>
            <a:ext cx="6921500" cy="0"/>
          </a:xfrm>
          <a:custGeom>
            <a:avLst/>
            <a:gdLst/>
            <a:ahLst/>
            <a:cxnLst/>
            <a:rect l="0" t="0" r="0" b="0"/>
            <a:pathLst>
              <a:path w="6921500">
                <a:moveTo>
                  <a:pt x="0" y="0"/>
                </a:moveTo>
                <a:lnTo>
                  <a:pt x="692150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5" name="Freeform 275"/>
          <p:cNvSpPr/>
          <p:nvPr/>
        </p:nvSpPr>
        <p:spPr>
          <a:xfrm>
            <a:off x="9232200" y="4852186"/>
            <a:ext cx="1100327" cy="0"/>
          </a:xfrm>
          <a:custGeom>
            <a:avLst/>
            <a:gdLst/>
            <a:ahLst/>
            <a:cxnLst/>
            <a:rect l="0" t="0" r="0" b="0"/>
            <a:pathLst>
              <a:path w="1100327">
                <a:moveTo>
                  <a:pt x="0" y="0"/>
                </a:moveTo>
                <a:lnTo>
                  <a:pt x="1100327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6" name="Freeform 276"/>
          <p:cNvSpPr/>
          <p:nvPr/>
        </p:nvSpPr>
        <p:spPr>
          <a:xfrm>
            <a:off x="355600" y="5365246"/>
            <a:ext cx="361950" cy="0"/>
          </a:xfrm>
          <a:custGeom>
            <a:avLst/>
            <a:gdLst/>
            <a:ahLst/>
            <a:cxnLst/>
            <a:rect l="0" t="0" r="0" b="0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7" name="Freeform 277"/>
          <p:cNvSpPr/>
          <p:nvPr/>
        </p:nvSpPr>
        <p:spPr>
          <a:xfrm>
            <a:off x="717550" y="5365246"/>
            <a:ext cx="1593151" cy="0"/>
          </a:xfrm>
          <a:custGeom>
            <a:avLst/>
            <a:gdLst/>
            <a:ahLst/>
            <a:cxnLst/>
            <a:rect l="0" t="0" r="0" b="0"/>
            <a:pathLst>
              <a:path w="1593151">
                <a:moveTo>
                  <a:pt x="0" y="0"/>
                </a:moveTo>
                <a:lnTo>
                  <a:pt x="1593151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8" name="Freeform 278"/>
          <p:cNvSpPr/>
          <p:nvPr/>
        </p:nvSpPr>
        <p:spPr>
          <a:xfrm>
            <a:off x="2310700" y="5365246"/>
            <a:ext cx="6921500" cy="0"/>
          </a:xfrm>
          <a:custGeom>
            <a:avLst/>
            <a:gdLst/>
            <a:ahLst/>
            <a:cxnLst/>
            <a:rect l="0" t="0" r="0" b="0"/>
            <a:pathLst>
              <a:path w="6921500">
                <a:moveTo>
                  <a:pt x="0" y="0"/>
                </a:moveTo>
                <a:lnTo>
                  <a:pt x="692150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9" name="Freeform 279"/>
          <p:cNvSpPr/>
          <p:nvPr/>
        </p:nvSpPr>
        <p:spPr>
          <a:xfrm>
            <a:off x="9232200" y="5365246"/>
            <a:ext cx="1100327" cy="0"/>
          </a:xfrm>
          <a:custGeom>
            <a:avLst/>
            <a:gdLst/>
            <a:ahLst/>
            <a:cxnLst/>
            <a:rect l="0" t="0" r="0" b="0"/>
            <a:pathLst>
              <a:path w="1100327">
                <a:moveTo>
                  <a:pt x="0" y="0"/>
                </a:moveTo>
                <a:lnTo>
                  <a:pt x="1100327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0" name="Freeform 280"/>
          <p:cNvSpPr/>
          <p:nvPr/>
        </p:nvSpPr>
        <p:spPr>
          <a:xfrm>
            <a:off x="355600" y="5756006"/>
            <a:ext cx="361950" cy="0"/>
          </a:xfrm>
          <a:custGeom>
            <a:avLst/>
            <a:gdLst/>
            <a:ahLst/>
            <a:cxnLst/>
            <a:rect l="0" t="0" r="0" b="0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1" name="Freeform 281"/>
          <p:cNvSpPr/>
          <p:nvPr/>
        </p:nvSpPr>
        <p:spPr>
          <a:xfrm>
            <a:off x="717550" y="5756006"/>
            <a:ext cx="1593151" cy="0"/>
          </a:xfrm>
          <a:custGeom>
            <a:avLst/>
            <a:gdLst/>
            <a:ahLst/>
            <a:cxnLst/>
            <a:rect l="0" t="0" r="0" b="0"/>
            <a:pathLst>
              <a:path w="1593151">
                <a:moveTo>
                  <a:pt x="0" y="0"/>
                </a:moveTo>
                <a:lnTo>
                  <a:pt x="1593151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2" name="Freeform 282"/>
          <p:cNvSpPr/>
          <p:nvPr/>
        </p:nvSpPr>
        <p:spPr>
          <a:xfrm>
            <a:off x="2310700" y="5756006"/>
            <a:ext cx="6921500" cy="0"/>
          </a:xfrm>
          <a:custGeom>
            <a:avLst/>
            <a:gdLst/>
            <a:ahLst/>
            <a:cxnLst/>
            <a:rect l="0" t="0" r="0" b="0"/>
            <a:pathLst>
              <a:path w="6921500">
                <a:moveTo>
                  <a:pt x="0" y="0"/>
                </a:moveTo>
                <a:lnTo>
                  <a:pt x="692150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3" name="Freeform 283"/>
          <p:cNvSpPr/>
          <p:nvPr/>
        </p:nvSpPr>
        <p:spPr>
          <a:xfrm>
            <a:off x="9232200" y="5756006"/>
            <a:ext cx="1100327" cy="0"/>
          </a:xfrm>
          <a:custGeom>
            <a:avLst/>
            <a:gdLst/>
            <a:ahLst/>
            <a:cxnLst/>
            <a:rect l="0" t="0" r="0" b="0"/>
            <a:pathLst>
              <a:path w="1100327">
                <a:moveTo>
                  <a:pt x="0" y="0"/>
                </a:moveTo>
                <a:lnTo>
                  <a:pt x="1100327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4" name="Freeform 284"/>
          <p:cNvSpPr/>
          <p:nvPr/>
        </p:nvSpPr>
        <p:spPr>
          <a:xfrm>
            <a:off x="355600" y="6269066"/>
            <a:ext cx="361950" cy="0"/>
          </a:xfrm>
          <a:custGeom>
            <a:avLst/>
            <a:gdLst/>
            <a:ahLst/>
            <a:cxnLst/>
            <a:rect l="0" t="0" r="0" b="0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5" name="Freeform 285"/>
          <p:cNvSpPr/>
          <p:nvPr/>
        </p:nvSpPr>
        <p:spPr>
          <a:xfrm>
            <a:off x="717550" y="6269066"/>
            <a:ext cx="1593151" cy="0"/>
          </a:xfrm>
          <a:custGeom>
            <a:avLst/>
            <a:gdLst/>
            <a:ahLst/>
            <a:cxnLst/>
            <a:rect l="0" t="0" r="0" b="0"/>
            <a:pathLst>
              <a:path w="1593151">
                <a:moveTo>
                  <a:pt x="0" y="0"/>
                </a:moveTo>
                <a:lnTo>
                  <a:pt x="1593151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6" name="Freeform 286"/>
          <p:cNvSpPr/>
          <p:nvPr/>
        </p:nvSpPr>
        <p:spPr>
          <a:xfrm>
            <a:off x="2310700" y="6269066"/>
            <a:ext cx="6921500" cy="0"/>
          </a:xfrm>
          <a:custGeom>
            <a:avLst/>
            <a:gdLst/>
            <a:ahLst/>
            <a:cxnLst/>
            <a:rect l="0" t="0" r="0" b="0"/>
            <a:pathLst>
              <a:path w="6921500">
                <a:moveTo>
                  <a:pt x="0" y="0"/>
                </a:moveTo>
                <a:lnTo>
                  <a:pt x="692150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7" name="Freeform 287"/>
          <p:cNvSpPr/>
          <p:nvPr/>
        </p:nvSpPr>
        <p:spPr>
          <a:xfrm>
            <a:off x="9232200" y="6269066"/>
            <a:ext cx="1100327" cy="0"/>
          </a:xfrm>
          <a:custGeom>
            <a:avLst/>
            <a:gdLst/>
            <a:ahLst/>
            <a:cxnLst/>
            <a:rect l="0" t="0" r="0" b="0"/>
            <a:pathLst>
              <a:path w="1100327">
                <a:moveTo>
                  <a:pt x="0" y="0"/>
                </a:moveTo>
                <a:lnTo>
                  <a:pt x="1100327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8" name="Freeform 288"/>
          <p:cNvSpPr/>
          <p:nvPr/>
        </p:nvSpPr>
        <p:spPr>
          <a:xfrm>
            <a:off x="9618624" y="1019556"/>
            <a:ext cx="152400" cy="147803"/>
          </a:xfrm>
          <a:custGeom>
            <a:avLst/>
            <a:gdLst/>
            <a:ahLst/>
            <a:cxnLst/>
            <a:rect l="0" t="0" r="0" b="0"/>
            <a:pathLst>
              <a:path w="152400" h="147803">
                <a:moveTo>
                  <a:pt x="0" y="147803"/>
                </a:moveTo>
                <a:lnTo>
                  <a:pt x="152400" y="147803"/>
                </a:lnTo>
                <a:lnTo>
                  <a:pt x="152400" y="0"/>
                </a:lnTo>
                <a:lnTo>
                  <a:pt x="0" y="0"/>
                </a:lnTo>
                <a:lnTo>
                  <a:pt x="0" y="147803"/>
                </a:lnTo>
                <a:close/>
              </a:path>
            </a:pathLst>
          </a:custGeom>
          <a:noFill/>
          <a:ln w="12700" cap="flat" cmpd="sng">
            <a:solidFill>
              <a:srgbClr val="5D6772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9" name="Freeform 289"/>
          <p:cNvSpPr/>
          <p:nvPr/>
        </p:nvSpPr>
        <p:spPr>
          <a:xfrm>
            <a:off x="9621164" y="1233754"/>
            <a:ext cx="152400" cy="147803"/>
          </a:xfrm>
          <a:custGeom>
            <a:avLst/>
            <a:gdLst/>
            <a:ahLst/>
            <a:cxnLst/>
            <a:rect l="0" t="0" r="0" b="0"/>
            <a:pathLst>
              <a:path w="152400" h="147803">
                <a:moveTo>
                  <a:pt x="0" y="147803"/>
                </a:moveTo>
                <a:lnTo>
                  <a:pt x="152400" y="147803"/>
                </a:lnTo>
                <a:lnTo>
                  <a:pt x="152400" y="0"/>
                </a:lnTo>
                <a:lnTo>
                  <a:pt x="0" y="0"/>
                </a:lnTo>
                <a:lnTo>
                  <a:pt x="0" y="147803"/>
                </a:lnTo>
                <a:close/>
              </a:path>
            </a:pathLst>
          </a:custGeom>
          <a:noFill/>
          <a:ln w="12700" cap="flat" cmpd="sng">
            <a:solidFill>
              <a:srgbClr val="5D6772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0" name="Freeform 290"/>
          <p:cNvSpPr/>
          <p:nvPr/>
        </p:nvSpPr>
        <p:spPr>
          <a:xfrm>
            <a:off x="9618624" y="1843253"/>
            <a:ext cx="152400" cy="147802"/>
          </a:xfrm>
          <a:custGeom>
            <a:avLst/>
            <a:gdLst/>
            <a:ahLst/>
            <a:cxnLst/>
            <a:rect l="0" t="0" r="0" b="0"/>
            <a:pathLst>
              <a:path w="152400" h="147802">
                <a:moveTo>
                  <a:pt x="0" y="147802"/>
                </a:moveTo>
                <a:lnTo>
                  <a:pt x="152400" y="147802"/>
                </a:lnTo>
                <a:lnTo>
                  <a:pt x="152400" y="0"/>
                </a:lnTo>
                <a:lnTo>
                  <a:pt x="0" y="0"/>
                </a:lnTo>
                <a:lnTo>
                  <a:pt x="0" y="147802"/>
                </a:lnTo>
                <a:close/>
              </a:path>
            </a:pathLst>
          </a:custGeom>
          <a:noFill/>
          <a:ln w="12700" cap="flat" cmpd="sng">
            <a:solidFill>
              <a:srgbClr val="5D6772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1" name="Freeform 291"/>
          <p:cNvSpPr/>
          <p:nvPr/>
        </p:nvSpPr>
        <p:spPr>
          <a:xfrm>
            <a:off x="9621164" y="2074152"/>
            <a:ext cx="152400" cy="147802"/>
          </a:xfrm>
          <a:custGeom>
            <a:avLst/>
            <a:gdLst/>
            <a:ahLst/>
            <a:cxnLst/>
            <a:rect l="0" t="0" r="0" b="0"/>
            <a:pathLst>
              <a:path w="152400" h="147802">
                <a:moveTo>
                  <a:pt x="0" y="147802"/>
                </a:moveTo>
                <a:lnTo>
                  <a:pt x="152400" y="147802"/>
                </a:lnTo>
                <a:lnTo>
                  <a:pt x="152400" y="0"/>
                </a:lnTo>
                <a:lnTo>
                  <a:pt x="0" y="0"/>
                </a:lnTo>
                <a:lnTo>
                  <a:pt x="0" y="147802"/>
                </a:lnTo>
                <a:close/>
              </a:path>
            </a:pathLst>
          </a:custGeom>
          <a:noFill/>
          <a:ln w="12700" cap="flat" cmpd="sng">
            <a:solidFill>
              <a:srgbClr val="5D6772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2" name="Freeform 292"/>
          <p:cNvSpPr/>
          <p:nvPr/>
        </p:nvSpPr>
        <p:spPr>
          <a:xfrm>
            <a:off x="9618624" y="2650249"/>
            <a:ext cx="152400" cy="147803"/>
          </a:xfrm>
          <a:custGeom>
            <a:avLst/>
            <a:gdLst/>
            <a:ahLst/>
            <a:cxnLst/>
            <a:rect l="0" t="0" r="0" b="0"/>
            <a:pathLst>
              <a:path w="152400" h="147803">
                <a:moveTo>
                  <a:pt x="0" y="147803"/>
                </a:moveTo>
                <a:lnTo>
                  <a:pt x="152400" y="147803"/>
                </a:lnTo>
                <a:lnTo>
                  <a:pt x="152400" y="0"/>
                </a:lnTo>
                <a:lnTo>
                  <a:pt x="0" y="0"/>
                </a:lnTo>
                <a:lnTo>
                  <a:pt x="0" y="147803"/>
                </a:lnTo>
                <a:close/>
              </a:path>
            </a:pathLst>
          </a:custGeom>
          <a:noFill/>
          <a:ln w="12700" cap="flat" cmpd="sng">
            <a:solidFill>
              <a:srgbClr val="5D6772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3" name="Freeform 293"/>
          <p:cNvSpPr/>
          <p:nvPr/>
        </p:nvSpPr>
        <p:spPr>
          <a:xfrm>
            <a:off x="9621164" y="2843048"/>
            <a:ext cx="152400" cy="147802"/>
          </a:xfrm>
          <a:custGeom>
            <a:avLst/>
            <a:gdLst/>
            <a:ahLst/>
            <a:cxnLst/>
            <a:rect l="0" t="0" r="0" b="0"/>
            <a:pathLst>
              <a:path w="152400" h="147802">
                <a:moveTo>
                  <a:pt x="0" y="147802"/>
                </a:moveTo>
                <a:lnTo>
                  <a:pt x="152400" y="147802"/>
                </a:lnTo>
                <a:lnTo>
                  <a:pt x="152400" y="0"/>
                </a:lnTo>
                <a:lnTo>
                  <a:pt x="0" y="0"/>
                </a:lnTo>
                <a:lnTo>
                  <a:pt x="0" y="147802"/>
                </a:lnTo>
                <a:close/>
              </a:path>
            </a:pathLst>
          </a:custGeom>
          <a:noFill/>
          <a:ln w="12700" cap="flat" cmpd="sng">
            <a:solidFill>
              <a:srgbClr val="5D6772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4" name="Freeform 294"/>
          <p:cNvSpPr/>
          <p:nvPr/>
        </p:nvSpPr>
        <p:spPr>
          <a:xfrm>
            <a:off x="9618624" y="3259455"/>
            <a:ext cx="152400" cy="147803"/>
          </a:xfrm>
          <a:custGeom>
            <a:avLst/>
            <a:gdLst/>
            <a:ahLst/>
            <a:cxnLst/>
            <a:rect l="0" t="0" r="0" b="0"/>
            <a:pathLst>
              <a:path w="152400" h="147803">
                <a:moveTo>
                  <a:pt x="0" y="147803"/>
                </a:moveTo>
                <a:lnTo>
                  <a:pt x="152400" y="147803"/>
                </a:lnTo>
                <a:lnTo>
                  <a:pt x="152400" y="0"/>
                </a:lnTo>
                <a:lnTo>
                  <a:pt x="0" y="0"/>
                </a:lnTo>
                <a:lnTo>
                  <a:pt x="0" y="147803"/>
                </a:lnTo>
                <a:close/>
              </a:path>
            </a:pathLst>
          </a:custGeom>
          <a:noFill/>
          <a:ln w="12700" cap="flat" cmpd="sng">
            <a:solidFill>
              <a:srgbClr val="5D6772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5" name="Freeform 295"/>
          <p:cNvSpPr/>
          <p:nvPr/>
        </p:nvSpPr>
        <p:spPr>
          <a:xfrm>
            <a:off x="9621164" y="3490354"/>
            <a:ext cx="152400" cy="147803"/>
          </a:xfrm>
          <a:custGeom>
            <a:avLst/>
            <a:gdLst/>
            <a:ahLst/>
            <a:cxnLst/>
            <a:rect l="0" t="0" r="0" b="0"/>
            <a:pathLst>
              <a:path w="152400" h="147803">
                <a:moveTo>
                  <a:pt x="0" y="147803"/>
                </a:moveTo>
                <a:lnTo>
                  <a:pt x="152400" y="147803"/>
                </a:lnTo>
                <a:lnTo>
                  <a:pt x="152400" y="0"/>
                </a:lnTo>
                <a:lnTo>
                  <a:pt x="0" y="0"/>
                </a:lnTo>
                <a:lnTo>
                  <a:pt x="0" y="147803"/>
                </a:lnTo>
                <a:close/>
              </a:path>
            </a:pathLst>
          </a:custGeom>
          <a:noFill/>
          <a:ln w="12700" cap="flat" cmpd="sng">
            <a:solidFill>
              <a:srgbClr val="5D6772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6" name="Freeform 296"/>
          <p:cNvSpPr/>
          <p:nvPr/>
        </p:nvSpPr>
        <p:spPr>
          <a:xfrm>
            <a:off x="9618624" y="3817747"/>
            <a:ext cx="152400" cy="147803"/>
          </a:xfrm>
          <a:custGeom>
            <a:avLst/>
            <a:gdLst/>
            <a:ahLst/>
            <a:cxnLst/>
            <a:rect l="0" t="0" r="0" b="0"/>
            <a:pathLst>
              <a:path w="152400" h="147803">
                <a:moveTo>
                  <a:pt x="0" y="147803"/>
                </a:moveTo>
                <a:lnTo>
                  <a:pt x="152400" y="147803"/>
                </a:lnTo>
                <a:lnTo>
                  <a:pt x="152400" y="0"/>
                </a:lnTo>
                <a:lnTo>
                  <a:pt x="0" y="0"/>
                </a:lnTo>
                <a:lnTo>
                  <a:pt x="0" y="147803"/>
                </a:lnTo>
                <a:close/>
              </a:path>
            </a:pathLst>
          </a:custGeom>
          <a:noFill/>
          <a:ln w="12700" cap="flat" cmpd="sng">
            <a:solidFill>
              <a:srgbClr val="5D6772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7" name="Freeform 297"/>
          <p:cNvSpPr/>
          <p:nvPr/>
        </p:nvSpPr>
        <p:spPr>
          <a:xfrm>
            <a:off x="9621164" y="4061359"/>
            <a:ext cx="152400" cy="147802"/>
          </a:xfrm>
          <a:custGeom>
            <a:avLst/>
            <a:gdLst/>
            <a:ahLst/>
            <a:cxnLst/>
            <a:rect l="0" t="0" r="0" b="0"/>
            <a:pathLst>
              <a:path w="152400" h="147802">
                <a:moveTo>
                  <a:pt x="0" y="147802"/>
                </a:moveTo>
                <a:lnTo>
                  <a:pt x="152400" y="147802"/>
                </a:lnTo>
                <a:lnTo>
                  <a:pt x="152400" y="0"/>
                </a:lnTo>
                <a:lnTo>
                  <a:pt x="0" y="0"/>
                </a:lnTo>
                <a:lnTo>
                  <a:pt x="0" y="147802"/>
                </a:lnTo>
                <a:close/>
              </a:path>
            </a:pathLst>
          </a:custGeom>
          <a:noFill/>
          <a:ln w="12700" cap="flat" cmpd="sng">
            <a:solidFill>
              <a:srgbClr val="5D6772">
                <a:alpha val="100000"/>
              </a:srgbClr>
            </a:solidFill>
            <a:miter lim="508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8" name="Rectangle 298"/>
          <p:cNvSpPr/>
          <p:nvPr/>
        </p:nvSpPr>
        <p:spPr>
          <a:xfrm>
            <a:off x="1304823" y="412733"/>
            <a:ext cx="8973220" cy="28488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4243527" algn="l"/>
                <a:tab pos="8087156" algn="l"/>
              </a:tabLst>
            </a:pPr>
            <a:r>
              <a:rPr lang="en-US" sz="800" b="0" i="0" spc="0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Qu</a:t>
            </a:r>
            <a:r>
              <a:rPr lang="en-US" sz="800" b="0" i="0" spc="-7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es</a:t>
            </a:r>
            <a:r>
              <a:rPr lang="en-US" sz="800" b="0" i="0" spc="0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tion	</a:t>
            </a:r>
            <a:r>
              <a:rPr lang="en-US" sz="800" b="0" i="0" spc="-22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R</a:t>
            </a:r>
            <a:r>
              <a:rPr lang="en-US" sz="800" b="0" i="0" spc="0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ationale	</a:t>
            </a:r>
            <a:r>
              <a:rPr lang="en-US" sz="1212" b="0" i="0" spc="8" baseline="53299" dirty="0">
                <a:solidFill>
                  <a:srgbClr val="FFFFFF"/>
                </a:solidFill>
                <a:latin typeface="EYInterstate-Regular"/>
                <a:cs typeface="EYInterstate-Regular"/>
              </a:rPr>
              <a:t>D</a:t>
            </a:r>
            <a:r>
              <a:rPr lang="en-US" sz="1212" b="0" i="0" spc="0" baseline="53299" dirty="0">
                <a:solidFill>
                  <a:srgbClr val="FFFFFF"/>
                </a:solidFill>
                <a:latin typeface="EYInterstate-Regular"/>
                <a:cs typeface="EYInterstate-Regular"/>
              </a:rPr>
              <a:t>id </a:t>
            </a:r>
            <a:r>
              <a:rPr lang="en-US" sz="1212" b="0" i="0" spc="-19" baseline="53299" dirty="0">
                <a:solidFill>
                  <a:srgbClr val="FFFFFF"/>
                </a:solidFill>
                <a:latin typeface="EYInterstate-Regular"/>
                <a:cs typeface="EYInterstate-Regular"/>
              </a:rPr>
              <a:t>y</a:t>
            </a:r>
            <a:r>
              <a:rPr lang="en-US" sz="1212" b="0" i="0" spc="0" baseline="53299" dirty="0">
                <a:solidFill>
                  <a:srgbClr val="FFFFFF"/>
                </a:solidFill>
                <a:latin typeface="EYInterstate-Regular"/>
                <a:cs typeface="EYInterstate-Regular"/>
              </a:rPr>
              <a:t>ou </a:t>
            </a:r>
            <a:r>
              <a:rPr lang="en-US" sz="1212" b="0" i="0" spc="-14" baseline="53299" dirty="0">
                <a:solidFill>
                  <a:srgbClr val="FFFFFF"/>
                </a:solidFill>
                <a:latin typeface="EYInterstate-Regular"/>
                <a:cs typeface="EYInterstate-Regular"/>
              </a:rPr>
              <a:t>c</a:t>
            </a:r>
            <a:r>
              <a:rPr lang="en-US" sz="1212" b="0" i="0" spc="0" baseline="53299" dirty="0">
                <a:solidFill>
                  <a:srgbClr val="FFFFFF"/>
                </a:solidFill>
                <a:latin typeface="EYInterstate-Regular"/>
                <a:cs typeface="EYInterstate-Regular"/>
              </a:rPr>
              <a:t>onsider  </a:t>
            </a:r>
          </a:p>
          <a:p>
            <a:pPr marL="7982000">
              <a:lnSpc>
                <a:spcPts val="600"/>
              </a:lnSpc>
            </a:pPr>
            <a:r>
              <a:rPr lang="en-US" sz="800" b="0" i="0" spc="0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asking this qu</a:t>
            </a:r>
            <a:r>
              <a:rPr lang="en-US" sz="800" b="0" i="0" spc="-8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7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0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tio</a:t>
            </a:r>
            <a:r>
              <a:rPr lang="en-US" sz="800" b="0" i="0" spc="-44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n?</a:t>
            </a:r>
          </a:p>
        </p:txBody>
      </p:sp>
      <p:sp>
        <p:nvSpPr>
          <p:cNvPr id="299" name="Rectangle 299"/>
          <p:cNvSpPr/>
          <p:nvPr/>
        </p:nvSpPr>
        <p:spPr>
          <a:xfrm>
            <a:off x="381076" y="769145"/>
            <a:ext cx="1660560" cy="45770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1" i="0" spc="-27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B</a:t>
            </a:r>
            <a:r>
              <a:rPr lang="en-US" sz="800" b="1" i="0" spc="-37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o</a:t>
            </a:r>
            <a:r>
              <a:rPr lang="en-US" sz="800" b="1" i="0" spc="-19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x</a:t>
            </a:r>
            <a:r>
              <a:rPr lang="en-US" sz="800" b="1" i="0" spc="-20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 B</a:t>
            </a:r>
          </a:p>
          <a:p>
            <a:pPr marL="121107">
              <a:lnSpc>
                <a:spcPts val="1451"/>
              </a:lnSpc>
              <a:tabLst>
                <a:tab pos="387400" algn="l"/>
              </a:tabLst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D	</a:t>
            </a:r>
            <a:r>
              <a:rPr lang="en-US" sz="1212" b="0" i="0" spc="-14" baseline="12499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1212" b="0" i="0" spc="-7" baseline="12499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8" baseline="12499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27" baseline="12499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8" baseline="12499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1212" b="0" i="0" spc="-7" baseline="12499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1212" b="0" i="0" spc="-8" baseline="12499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1212" b="0" i="0" spc="-7" baseline="12499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8" baseline="12499" dirty="0">
                <a:solidFill>
                  <a:srgbClr val="081527"/>
                </a:solidFill>
                <a:latin typeface="EYInterstate-Light"/>
                <a:cs typeface="EYInterstate-Light"/>
              </a:rPr>
              <a:t>the </a:t>
            </a:r>
            <a:r>
              <a:rPr lang="en-US" sz="1212" b="0" i="0" spc="-7" baseline="12499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8" baseline="12499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7" baseline="12499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8" baseline="12499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1212" b="0" i="0" spc="-7" baseline="12499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1212" b="0" i="0" spc="-8" baseline="12499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1212" b="0" i="0" spc="-27" baseline="12499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8" baseline="12499" dirty="0">
                <a:solidFill>
                  <a:srgbClr val="081527"/>
                </a:solidFill>
                <a:latin typeface="EYInterstate-Light"/>
                <a:cs typeface="EYInterstate-Light"/>
              </a:rPr>
              <a:t>equ</a:t>
            </a:r>
            <a:r>
              <a:rPr lang="en-US" sz="1212" b="0" i="0" spc="-15" baseline="12499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  <a:r>
              <a:rPr lang="en-US" sz="1212" b="0" i="0" spc="0" baseline="12499" dirty="0">
                <a:solidFill>
                  <a:srgbClr val="081527"/>
                </a:solidFill>
                <a:latin typeface="EYInterstate-Light"/>
                <a:cs typeface="EYInterstate-Light"/>
              </a:rPr>
              <a:t>t </a:t>
            </a:r>
          </a:p>
          <a:p>
            <a:pPr marL="387400">
              <a:lnSpc>
                <a:spcPts val="1100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autho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1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z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on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ed?</a:t>
            </a:r>
          </a:p>
        </p:txBody>
      </p:sp>
      <p:sp>
        <p:nvSpPr>
          <p:cNvPr id="300" name="Rectangle 300"/>
          <p:cNvSpPr/>
          <p:nvPr/>
        </p:nvSpPr>
        <p:spPr>
          <a:xfrm>
            <a:off x="2361666" y="941866"/>
            <a:ext cx="6801307" cy="4373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4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’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impo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u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nd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he u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 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3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1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, such as 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hel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d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sk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ng 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,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if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6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,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 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.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6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,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aud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 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eq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</a:p>
          <a:p>
            <a:pPr marL="0">
              <a:lnSpc>
                <a:spcPts val="1199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thering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do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me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ed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viden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a 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is pe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. If 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di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do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do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 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d,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the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at th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</a:p>
          <a:p>
            <a:pPr marL="0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act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vi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o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.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lyin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olely on 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qu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ry 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n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ow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ed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ting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da</a:t>
            </a:r>
            <a:r>
              <a:rPr lang="en-US" sz="800" b="0" i="0" spc="-3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s.</a:t>
            </a:r>
          </a:p>
        </p:txBody>
      </p:sp>
      <p:sp>
        <p:nvSpPr>
          <p:cNvPr id="301" name="Rectangle 301"/>
          <p:cNvSpPr/>
          <p:nvPr/>
        </p:nvSpPr>
        <p:spPr>
          <a:xfrm>
            <a:off x="9308566" y="1004857"/>
            <a:ext cx="157205" cy="3611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8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</a:p>
          <a:p>
            <a:pPr marL="0">
              <a:lnSpc>
                <a:spcPts val="1800"/>
              </a:lnSpc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No</a:t>
            </a:r>
          </a:p>
        </p:txBody>
      </p:sp>
      <p:sp>
        <p:nvSpPr>
          <p:cNvPr id="302" name="Rectangle 302"/>
          <p:cNvSpPr/>
          <p:nvPr/>
        </p:nvSpPr>
        <p:spPr>
          <a:xfrm>
            <a:off x="505536" y="1479329"/>
            <a:ext cx="1709054" cy="4373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63042" algn="l"/>
              </a:tabLst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	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22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w d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15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s the d</a:t>
            </a:r>
            <a:r>
              <a:rPr lang="en-US" sz="1212" b="0" i="0" spc="-23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22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lop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r o</a:t>
            </a:r>
            <a:r>
              <a:rPr lang="en-US" sz="1212" b="0" i="0" spc="-11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b</a:t>
            </a:r>
            <a:r>
              <a:rPr lang="en-US" sz="1212" b="0" i="0" spc="-19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1212" b="0" i="0" spc="0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n </a:t>
            </a:r>
          </a:p>
          <a:p>
            <a:pPr marL="263042">
              <a:lnSpc>
                <a:spcPts val="1100"/>
              </a:lnSpc>
            </a:pP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ode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m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chan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in th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</a:p>
          <a:p>
            <a:pPr marL="263042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elopm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onm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t?</a:t>
            </a:r>
          </a:p>
        </p:txBody>
      </p:sp>
      <p:sp>
        <p:nvSpPr>
          <p:cNvPr id="303" name="Rectangle 303"/>
          <p:cNvSpPr/>
          <p:nvPr/>
        </p:nvSpPr>
        <p:spPr>
          <a:xfrm>
            <a:off x="2361525" y="1479329"/>
            <a:ext cx="6783720" cy="1085160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242"/>
            <a:r>
              <a:rPr lang="en-US" sz="8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he IT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ons u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end u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“l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” p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og</a:t>
            </a:r>
            <a:r>
              <a:rPr lang="en-US" sz="800" b="0" i="0" spc="-3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ams and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2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x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ab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3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am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.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a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ion 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 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i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 </a:t>
            </a:r>
          </a:p>
          <a:p>
            <a:pPr marL="242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machine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lan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1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6" b="0" i="0" spc="-4" baseline="40415" dirty="0">
                <a:solidFill>
                  <a:srgbClr val="081527"/>
                </a:solidFill>
                <a:latin typeface="EYInterstate-Light"/>
                <a:cs typeface="EYInterstate-Light"/>
              </a:rPr>
              <a:t>1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th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b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ily cha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ged 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pda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ed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man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. 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,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d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m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ng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 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ou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6" b="0" i="0" spc="-4" baseline="40415" dirty="0">
                <a:solidFill>
                  <a:srgbClr val="081527"/>
                </a:solidFill>
                <a:latin typeface="EYInterstate-Light"/>
                <a:cs typeface="EYInterstate-Light"/>
              </a:rPr>
              <a:t>2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w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 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 i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 </a:t>
            </a:r>
          </a:p>
          <a:p>
            <a:pPr marL="0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machine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.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 </a:t>
            </a:r>
          </a:p>
          <a:p>
            <a:pPr marL="0">
              <a:lnSpc>
                <a:spcPts val="1500"/>
              </a:lnSpc>
            </a:pPr>
            <a:r>
              <a:rPr lang="en-US" sz="800" b="0" i="0" spc="-8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 p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ri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sk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uni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ende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,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oneous or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tho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z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ang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be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du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i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, d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hou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n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ec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</a:t>
            </a:r>
          </a:p>
          <a:p>
            <a:pPr marL="0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cc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ou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od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. In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d,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elo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ld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4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(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ry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po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on</a:t>
            </a:r>
            <a:r>
              <a:rPr lang="en-US" sz="800" b="0" i="0" spc="-3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)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a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me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. </a:t>
            </a:r>
          </a:p>
          <a:p>
            <a:pPr marL="0">
              <a:lnSpc>
                <a:spcPts val="1200"/>
              </a:lnSpc>
            </a:pPr>
            <a:r>
              <a:rPr lang="en-US" sz="8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he n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wly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ed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should th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 be me</a:t>
            </a:r>
            <a:r>
              <a:rPr lang="en-US" sz="800" b="0" i="0" spc="-3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ed 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omeone 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han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vi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 </a:t>
            </a:r>
            <a:r>
              <a:rPr lang="en-US" sz="80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3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nd 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 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</a:p>
          <a:p>
            <a:pPr marL="0">
              <a:lnSpc>
                <a:spcPts val="1200"/>
              </a:lnSpc>
            </a:pP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 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3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me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. 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is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eg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eg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tion 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 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ti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.</a:t>
            </a:r>
            <a:r>
              <a:rPr lang="en-US" sz="706" b="0" i="0" spc="-9" baseline="40502" dirty="0">
                <a:solidFill>
                  <a:srgbClr val="081527"/>
                </a:solidFill>
                <a:latin typeface="EYInterstate-Light"/>
                <a:cs typeface="EYInterstate-Light"/>
              </a:rPr>
              <a:t>3</a:t>
            </a:r>
          </a:p>
        </p:txBody>
      </p:sp>
      <p:sp>
        <p:nvSpPr>
          <p:cNvPr id="304" name="Rectangle 304"/>
          <p:cNvSpPr/>
          <p:nvPr/>
        </p:nvSpPr>
        <p:spPr>
          <a:xfrm>
            <a:off x="9308400" y="1848772"/>
            <a:ext cx="157205" cy="3611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8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</a:p>
          <a:p>
            <a:pPr marL="0">
              <a:lnSpc>
                <a:spcPts val="1800"/>
              </a:lnSpc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No</a:t>
            </a:r>
          </a:p>
        </p:txBody>
      </p:sp>
      <p:sp>
        <p:nvSpPr>
          <p:cNvPr id="305" name="Rectangle 305"/>
          <p:cNvSpPr/>
          <p:nvPr/>
        </p:nvSpPr>
        <p:spPr>
          <a:xfrm>
            <a:off x="506995" y="2629568"/>
            <a:ext cx="1677436" cy="2849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61315" algn="l"/>
              </a:tabLst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F	</a:t>
            </a:r>
            <a:r>
              <a:rPr lang="en-US" sz="1212" b="0" i="0" spc="-14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ha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 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it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1212" b="0" i="0" spc="-15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1212" b="0" i="0" spc="-20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2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k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 pl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21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 i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 th</a:t>
            </a:r>
            <a:r>
              <a:rPr lang="en-US" sz="1212" b="0" i="0" spc="0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</a:p>
          <a:p>
            <a:pPr marL="261315">
              <a:lnSpc>
                <a:spcPts val="1100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elopm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p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5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e?</a:t>
            </a:r>
          </a:p>
        </p:txBody>
      </p:sp>
      <p:sp>
        <p:nvSpPr>
          <p:cNvPr id="306" name="Rectangle 306"/>
          <p:cNvSpPr/>
          <p:nvPr/>
        </p:nvSpPr>
        <p:spPr>
          <a:xfrm>
            <a:off x="2361500" y="2629568"/>
            <a:ext cx="6819971" cy="2849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he</a:t>
            </a:r>
            <a:r>
              <a:rPr lang="en-US" sz="800" b="0" i="0" spc="-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an</a:t>
            </a:r>
            <a:r>
              <a:rPr lang="en-US" sz="800" b="0" i="0" spc="-2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qu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ion</a:t>
            </a:r>
            <a:r>
              <a:rPr lang="en-US" sz="800" b="0" i="0" spc="-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lp</a:t>
            </a:r>
            <a:r>
              <a:rPr lang="en-US" sz="800" b="0" i="0" spc="-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unde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and</a:t>
            </a:r>
            <a:r>
              <a:rPr lang="en-US" sz="800" b="0" i="0" spc="-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’</a:t>
            </a:r>
            <a:r>
              <a:rPr lang="en-US" sz="800" b="0" i="0" spc="-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tio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ns</a:t>
            </a:r>
            <a:r>
              <a:rPr lang="en-US" sz="800" b="0" i="0" spc="-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sig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ed</a:t>
            </a:r>
            <a:r>
              <a:rPr lang="en-US" sz="800" b="0" i="0" spc="-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eg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on</a:t>
            </a:r>
            <a:r>
              <a:rPr lang="en-US" sz="800" b="0" i="0" spc="-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dut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ti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</a:t>
            </a:r>
          </a:p>
          <a:p>
            <a:pPr marL="0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ris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aris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the 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ck 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 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eg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ation 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 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ti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s.</a:t>
            </a:r>
          </a:p>
        </p:txBody>
      </p:sp>
      <p:sp>
        <p:nvSpPr>
          <p:cNvPr id="307" name="Rectangle 307"/>
          <p:cNvSpPr/>
          <p:nvPr/>
        </p:nvSpPr>
        <p:spPr>
          <a:xfrm>
            <a:off x="9308400" y="2629568"/>
            <a:ext cx="157205" cy="3611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8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</a:p>
          <a:p>
            <a:pPr marL="0">
              <a:lnSpc>
                <a:spcPts val="1800"/>
              </a:lnSpc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No</a:t>
            </a:r>
          </a:p>
        </p:txBody>
      </p:sp>
      <p:sp>
        <p:nvSpPr>
          <p:cNvPr id="308" name="Rectangle 308"/>
          <p:cNvSpPr/>
          <p:nvPr/>
        </p:nvSpPr>
        <p:spPr>
          <a:xfrm>
            <a:off x="381011" y="3033022"/>
            <a:ext cx="1807809" cy="61427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1" i="0" spc="-27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B</a:t>
            </a:r>
            <a:r>
              <a:rPr lang="en-US" sz="800" b="1" i="0" spc="-37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o</a:t>
            </a:r>
            <a:r>
              <a:rPr lang="en-US" sz="800" b="1" i="0" spc="-19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x</a:t>
            </a:r>
            <a:r>
              <a:rPr lang="en-US" sz="800" b="1" i="0" spc="-20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 C</a:t>
            </a:r>
          </a:p>
          <a:p>
            <a:pPr marL="119380">
              <a:lnSpc>
                <a:spcPts val="1483"/>
              </a:lnSpc>
              <a:tabLst>
                <a:tab pos="387299" algn="l"/>
              </a:tabLst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	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22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w 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s t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 u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pda</a:t>
            </a:r>
            <a:r>
              <a:rPr lang="en-US" sz="1212" b="0" i="0" spc="-23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15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ou</a:t>
            </a:r>
            <a:r>
              <a:rPr lang="en-US" sz="1212" b="0" i="0" spc="-2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21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21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1212" b="0" i="0" spc="0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</a:p>
          <a:p>
            <a:pPr marL="387299">
              <a:lnSpc>
                <a:spcPts val="1100"/>
              </a:lnSpc>
            </a:pP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ompile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m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ov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 th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Q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 </a:t>
            </a:r>
          </a:p>
          <a:p>
            <a:pPr marL="387299">
              <a:lnSpc>
                <a:spcPts val="1200"/>
              </a:lnSpc>
            </a:pP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vi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onm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 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ho</a:t>
            </a:r>
            <a:r>
              <a:rPr lang="en-US" sz="800" b="0" i="0" spc="-5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m?</a:t>
            </a:r>
          </a:p>
        </p:txBody>
      </p:sp>
      <p:sp>
        <p:nvSpPr>
          <p:cNvPr id="309" name="Rectangle 309"/>
          <p:cNvSpPr/>
          <p:nvPr/>
        </p:nvSpPr>
        <p:spPr>
          <a:xfrm>
            <a:off x="2361500" y="3209908"/>
            <a:ext cx="6552529" cy="2849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he an</a:t>
            </a:r>
            <a:r>
              <a:rPr lang="en-US" sz="800" b="0" i="0" spc="-2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 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qu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ion will hel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unde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nd h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 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ma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 du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ti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hat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mpl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 </a:t>
            </a:r>
          </a:p>
          <a:p>
            <a:pPr marL="0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p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duc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ion.</a:t>
            </a:r>
          </a:p>
        </p:txBody>
      </p:sp>
      <p:sp>
        <p:nvSpPr>
          <p:cNvPr id="310" name="Rectangle 310"/>
          <p:cNvSpPr/>
          <p:nvPr/>
        </p:nvSpPr>
        <p:spPr>
          <a:xfrm>
            <a:off x="9308400" y="3260708"/>
            <a:ext cx="157205" cy="3611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8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</a:p>
          <a:p>
            <a:pPr marL="0">
              <a:lnSpc>
                <a:spcPts val="1800"/>
              </a:lnSpc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No</a:t>
            </a:r>
          </a:p>
        </p:txBody>
      </p:sp>
      <p:sp>
        <p:nvSpPr>
          <p:cNvPr id="311" name="Rectangle 311"/>
          <p:cNvSpPr/>
          <p:nvPr/>
        </p:nvSpPr>
        <p:spPr>
          <a:xfrm>
            <a:off x="502321" y="3722988"/>
            <a:ext cx="1573641" cy="5897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66090" algn="l"/>
              </a:tabLst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B	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22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w </a:t>
            </a:r>
            <a:r>
              <a:rPr lang="en-US" sz="1212" b="0" i="0" spc="-20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1212" b="0" i="0" spc="-24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en 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21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Q</a:t>
            </a:r>
            <a:r>
              <a:rPr lang="en-US" sz="1212" b="0" i="0" spc="0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A </a:t>
            </a:r>
          </a:p>
          <a:p>
            <a:pPr marL="266090">
              <a:lnSpc>
                <a:spcPts val="1100"/>
              </a:lnSpc>
            </a:pP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vi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onm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da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 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 </a:t>
            </a:r>
          </a:p>
          <a:p>
            <a:pPr marL="266090">
              <a:lnSpc>
                <a:spcPts val="1200"/>
              </a:lnSpc>
            </a:pP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hat it cl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m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ch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</a:p>
          <a:p>
            <a:pPr marL="266090">
              <a:lnSpc>
                <a:spcPts val="1199"/>
              </a:lnSpc>
            </a:pP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p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odu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 e</a:t>
            </a:r>
            <a:r>
              <a:rPr lang="en-US" sz="800" b="0" i="0" spc="-2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t?</a:t>
            </a:r>
          </a:p>
        </p:txBody>
      </p:sp>
      <p:sp>
        <p:nvSpPr>
          <p:cNvPr id="312" name="Rectangle 312"/>
          <p:cNvSpPr/>
          <p:nvPr/>
        </p:nvSpPr>
        <p:spPr>
          <a:xfrm>
            <a:off x="2361601" y="3722988"/>
            <a:ext cx="6820144" cy="4373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8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and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on e</a:t>
            </a:r>
            <a:r>
              <a:rPr lang="en-US" sz="800" b="0" i="0" spc="-2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vi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shou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 be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p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sib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be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al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mo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a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3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ng 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 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al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-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ld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itio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, </a:t>
            </a:r>
          </a:p>
          <a:p>
            <a:pPr marL="0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which ult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im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ds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 </a:t>
            </a:r>
            <a:r>
              <a:rPr lang="en-US" sz="80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un</a:t>
            </a:r>
            <a:r>
              <a:rPr lang="en-US" sz="800" b="0" i="0" spc="-2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xp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ec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ed i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su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hen depl</a:t>
            </a:r>
            <a:r>
              <a:rPr lang="en-US" sz="80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yin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3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, 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ng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in g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 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bil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 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ab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li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</a:t>
            </a:r>
            <a:r>
              <a:rPr lang="en-US" sz="80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tion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; </a:t>
            </a:r>
          </a:p>
          <a:p>
            <a:pPr marL="0">
              <a:lnSpc>
                <a:spcPts val="1200"/>
              </a:lnSpc>
            </a:pP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tial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6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, 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in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 e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vi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nme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at 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ely m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p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uction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,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ou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’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mo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li</a:t>
            </a:r>
            <a:r>
              <a:rPr lang="en-US" sz="800" b="0" i="0" spc="-2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de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p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u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s.</a:t>
            </a:r>
          </a:p>
        </p:txBody>
      </p:sp>
      <p:sp>
        <p:nvSpPr>
          <p:cNvPr id="313" name="Rectangle 313"/>
          <p:cNvSpPr/>
          <p:nvPr/>
        </p:nvSpPr>
        <p:spPr>
          <a:xfrm>
            <a:off x="9308501" y="3837288"/>
            <a:ext cx="157205" cy="3611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8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</a:p>
          <a:p>
            <a:pPr marL="0">
              <a:lnSpc>
                <a:spcPts val="1800"/>
              </a:lnSpc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No</a:t>
            </a:r>
          </a:p>
        </p:txBody>
      </p:sp>
      <p:sp>
        <p:nvSpPr>
          <p:cNvPr id="314" name="Rectangle 314"/>
          <p:cNvSpPr/>
          <p:nvPr/>
        </p:nvSpPr>
        <p:spPr>
          <a:xfrm>
            <a:off x="502321" y="4363068"/>
            <a:ext cx="8627942" cy="95046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1117">
              <a:tabLst>
                <a:tab pos="266191" algn="l"/>
                <a:tab pos="1859381" algn="l"/>
              </a:tabLst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C	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 Light"/>
                <a:cs typeface="EYInterstate Light"/>
              </a:rPr>
              <a:t>H</a:t>
            </a:r>
            <a:r>
              <a:rPr lang="en-US" sz="1212" b="0" i="0" spc="-22" baseline="12500" dirty="0">
                <a:solidFill>
                  <a:srgbClr val="081527"/>
                </a:solidFill>
                <a:latin typeface="EYInterstate Light"/>
                <a:cs typeface="EYInterstate Light"/>
              </a:rPr>
              <a:t>o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 Light"/>
                <a:cs typeface="EYInterstate Light"/>
              </a:rPr>
              <a:t>w 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1212" b="0" i="0" spc="-27" baseline="12500" dirty="0">
                <a:solidFill>
                  <a:srgbClr val="081527"/>
                </a:solidFill>
                <a:latin typeface="EYInterstate Light"/>
                <a:cs typeface="EYInterstate Light"/>
              </a:rPr>
              <a:t>r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 Light"/>
                <a:cs typeface="EYInterstate Light"/>
              </a:rPr>
              <a:t>e </a:t>
            </a:r>
            <a:r>
              <a:rPr lang="en-US" sz="1212" b="0" i="0" spc="-23" baseline="1250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1212" b="0" i="0" spc="-15" baseline="12500" dirty="0">
                <a:solidFill>
                  <a:srgbClr val="081527"/>
                </a:solidFill>
                <a:latin typeface="EYInterstate Light"/>
                <a:cs typeface="EYInterstate Light"/>
              </a:rPr>
              <a:t>es</a:t>
            </a:r>
            <a:r>
              <a:rPr lang="en-US" sz="1212" b="0" i="0" spc="-23" baseline="1250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1212" b="0" i="0" spc="-23" baseline="12500" dirty="0">
                <a:solidFill>
                  <a:srgbClr val="081527"/>
                </a:solidFill>
                <a:latin typeface="EYInterstate Light"/>
                <a:cs typeface="EYInterstate Light"/>
              </a:rPr>
              <a:t>r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 Light"/>
                <a:cs typeface="EYInterstate Light"/>
              </a:rPr>
              <a:t>s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 Light"/>
                <a:cs typeface="EYInterstate Light"/>
              </a:rPr>
              <a:t> i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 Light"/>
                <a:cs typeface="EYInterstate Light"/>
              </a:rPr>
              <a:t>d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1212" b="0" i="0" spc="-12" baseline="12500" dirty="0">
                <a:solidFill>
                  <a:srgbClr val="081527"/>
                </a:solidFill>
                <a:latin typeface="EYInterstate Light"/>
                <a:cs typeface="EYInterstate Light"/>
              </a:rPr>
              <a:t>n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 Light"/>
                <a:cs typeface="EYInterstate Light"/>
              </a:rPr>
              <a:t>i</a:t>
            </a:r>
            <a:r>
              <a:rPr lang="en-US" sz="1212" b="0" i="0" spc="0" baseline="12500" dirty="0">
                <a:solidFill>
                  <a:srgbClr val="081527"/>
                </a:solidFill>
                <a:latin typeface="EYInterstate Light"/>
                <a:cs typeface="EYInterstate Light"/>
              </a:rPr>
              <a:t>f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 Light"/>
                <a:cs typeface="EYInterstate Light"/>
              </a:rPr>
              <a:t>ied</a:t>
            </a:r>
            <a:r>
              <a:rPr lang="en-US" sz="1212" b="0" i="0" spc="0" baseline="12500" dirty="0">
                <a:solidFill>
                  <a:srgbClr val="081527"/>
                </a:solidFill>
                <a:latin typeface="EYInterstate Light"/>
                <a:cs typeface="EYInterstate Light"/>
              </a:rPr>
              <a:t>?	</a:t>
            </a:r>
            <a:r>
              <a:rPr lang="en-US" sz="1212" b="0" i="0" spc="-1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he an</a:t>
            </a:r>
            <a:r>
              <a:rPr lang="en-US" sz="1212" b="0" i="0" spc="-2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1212" b="0" i="0" spc="-22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er </a:t>
            </a:r>
            <a:r>
              <a:rPr lang="en-US" sz="1212" b="0" i="0" spc="-24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 t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is 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q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1212" b="0" i="0" spc="-15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on h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1212" b="0" i="0" spc="-14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 d</a:t>
            </a:r>
            <a:r>
              <a:rPr lang="en-US" sz="1212" b="0" i="0" spc="-14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24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in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 i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th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1212" b="0" i="0" spc="-21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1212" b="0" i="0" spc="-14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26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y </a:t>
            </a:r>
            <a:r>
              <a:rPr lang="en-US" sz="1212" b="0" i="0" spc="-16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le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13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21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1212" b="0" i="0" spc="-14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24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12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15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1212" b="0" i="0" spc="-20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1212" b="0" i="0" spc="-21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36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2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1212" b="0" i="0" spc="-24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15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  <a:r>
              <a:rPr lang="en-US" sz="1212" b="0" i="0" spc="-23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23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1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. </a:t>
            </a:r>
            <a:r>
              <a:rPr lang="en-US" sz="1212" b="0" i="0" spc="-14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1212" b="0" i="0" spc="-20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1212" b="0" i="0" spc="-21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36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2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1212" b="0" i="0" spc="-23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15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  <a:r>
              <a:rPr lang="en-US" sz="1212" b="0" i="0" spc="-23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23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s pl</a:t>
            </a:r>
            <a:r>
              <a:rPr lang="en-US" sz="1212" b="0" i="0" spc="-20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 a c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iti</a:t>
            </a:r>
            <a:r>
              <a:rPr lang="en-US" sz="1212" b="0" i="0" spc="-21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2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ole i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 id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11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ti</a:t>
            </a:r>
            <a:r>
              <a:rPr lang="en-US" sz="1212" b="0" i="0" spc="-15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1212" b="0" i="0" spc="-8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ng a</a:t>
            </a:r>
            <a:r>
              <a:rPr lang="en-US" sz="1212" b="0" i="0" spc="-7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1212" b="0" i="0" spc="0" baseline="12500" dirty="0">
                <a:solidFill>
                  <a:srgbClr val="081527"/>
                </a:solidFill>
                <a:latin typeface="EYInterstate-Light"/>
                <a:cs typeface="EYInterstate-Light"/>
              </a:rPr>
              <a:t>d </a:t>
            </a:r>
          </a:p>
          <a:p>
            <a:pPr marL="1859381">
              <a:lnSpc>
                <a:spcPts val="1100"/>
              </a:lnSpc>
            </a:pPr>
            <a:r>
              <a:rPr lang="en-US" sz="800" b="0" i="0" spc="-2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ting p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tial i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su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 wi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hin 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f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36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w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re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,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ectly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m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p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ing 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q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ua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y 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f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 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f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l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p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u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c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,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u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29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x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d 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ov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36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u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om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36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f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n;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k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d </a:t>
            </a:r>
          </a:p>
          <a:p>
            <a:pPr marL="1859381">
              <a:lnSpc>
                <a:spcPts val="1200"/>
              </a:lnSpc>
            </a:pP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p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bug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f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ing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chin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them 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d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pm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p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,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l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 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tion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. </a:t>
            </a:r>
          </a:p>
          <a:p>
            <a:pPr marL="0">
              <a:lnSpc>
                <a:spcPts val="1739"/>
              </a:lnSpc>
              <a:tabLst>
                <a:tab pos="266293" algn="l"/>
              </a:tabLst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D	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22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w 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2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1212" b="0" i="0" spc="-15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212" b="0" i="0" spc="-20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1212" b="0" i="0" spc="-21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36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w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2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1212" b="0" i="0" spc="-23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15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es</a:t>
            </a:r>
            <a:r>
              <a:rPr lang="en-US" sz="1212" b="0" i="0" spc="-23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23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s guide</a:t>
            </a:r>
            <a:r>
              <a:rPr lang="en-US" sz="1212" b="0" i="0" spc="0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d </a:t>
            </a:r>
          </a:p>
          <a:p>
            <a:pPr marL="266293">
              <a:lnSpc>
                <a:spcPts val="1100"/>
              </a:lnSpc>
            </a:pP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su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th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 p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 </a:t>
            </a:r>
          </a:p>
          <a:p>
            <a:pPr marL="266293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p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p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opri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U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? </a:t>
            </a:r>
          </a:p>
        </p:txBody>
      </p:sp>
      <p:sp>
        <p:nvSpPr>
          <p:cNvPr id="315" name="Rectangle 315"/>
          <p:cNvSpPr/>
          <p:nvPr/>
        </p:nvSpPr>
        <p:spPr>
          <a:xfrm>
            <a:off x="505674" y="4876147"/>
            <a:ext cx="8525438" cy="118882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1856130"/>
            <a:r>
              <a:rPr lang="en-US" sz="800" b="0" i="0" spc="-4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en the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m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 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mp</a:t>
            </a:r>
            <a:r>
              <a:rPr lang="en-US" sz="800" b="0" i="0" spc="-1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1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3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es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needs 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ome gu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dan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as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 wh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ds 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do 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 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1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3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.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ne</a:t>
            </a:r>
            <a:r>
              <a:rPr lang="en-US" sz="800" b="0" i="0" spc="-3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6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,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d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c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</a:p>
          <a:p>
            <a:pPr marL="1856130">
              <a:lnSpc>
                <a:spcPts val="1200"/>
              </a:lnSpc>
            </a:pPr>
            <a:r>
              <a:rPr lang="en-US" sz="800" b="0" i="0" spc="-24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U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AT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p</a:t>
            </a:r>
            <a:r>
              <a:rPr lang="en-US" sz="800" b="0" i="0" spc="-13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o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he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lp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g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uid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the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es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1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. I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4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’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s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mpo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19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o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u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nde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16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and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h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w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h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16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p</a:t>
            </a:r>
            <a:r>
              <a:rPr lang="en-US" sz="800" b="0" i="0" spc="-13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a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c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13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k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p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up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d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ed,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s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h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y pl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y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l 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l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in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th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 </a:t>
            </a:r>
          </a:p>
          <a:p>
            <a:pPr marL="1856130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quali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y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f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U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89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T.</a:t>
            </a:r>
          </a:p>
          <a:p>
            <a:pPr marL="0">
              <a:lnSpc>
                <a:spcPts val="1739"/>
              </a:lnSpc>
              <a:tabLst>
                <a:tab pos="263042" algn="l"/>
                <a:tab pos="1856232" algn="l"/>
              </a:tabLst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	</a:t>
            </a:r>
            <a:r>
              <a:rPr lang="en-US" sz="1212" b="0" i="0" spc="-14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W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ha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t 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ha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pp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n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s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 if t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h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e </a:t>
            </a:r>
            <a:r>
              <a:rPr lang="en-US" sz="1212" b="0" i="0" spc="-24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U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T </a:t>
            </a:r>
            <a:r>
              <a:rPr lang="en-US" sz="1212" b="0" i="0" spc="-36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f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il</a:t>
            </a:r>
            <a:r>
              <a:rPr lang="en-US" sz="1212" b="0" i="0" spc="-4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s</a:t>
            </a:r>
            <a:r>
              <a:rPr lang="en-US" sz="1212" b="0" i="0" spc="0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?	</a:t>
            </a:r>
            <a:r>
              <a:rPr lang="en-US" sz="1212" b="0" i="0" spc="-1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he p</a:t>
            </a:r>
            <a:r>
              <a:rPr lang="en-US" sz="1212" b="0" i="0" spc="-2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o</a:t>
            </a:r>
            <a:r>
              <a:rPr lang="en-US" sz="1212" b="0" i="0" spc="-21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c</a:t>
            </a:r>
            <a:r>
              <a:rPr lang="en-US" sz="1212" b="0" i="0" spc="-15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1212" b="0" i="0" spc="-16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s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s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 </a:t>
            </a:r>
            <a:r>
              <a:rPr lang="en-US" sz="1212" b="0" i="0" spc="0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f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l</a:t>
            </a:r>
            <a:r>
              <a:rPr lang="en-US" sz="1212" b="0" i="0" spc="-22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ow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ch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1212" b="0" i="0" spc="0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t i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s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 </a:t>
            </a:r>
            <a:r>
              <a:rPr lang="en-US" sz="1212" b="0" i="0" spc="-11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c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u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1212" b="0" i="0" spc="-2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1212" b="0" i="0" spc="-11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n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ly s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i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le</a:t>
            </a:r>
            <a:r>
              <a:rPr lang="en-US" sz="1212" b="0" i="0" spc="-12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n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 o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n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 w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hat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 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ha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p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p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en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s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 if 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the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 </a:t>
            </a:r>
            <a:r>
              <a:rPr lang="en-US" sz="1212" b="0" i="0" spc="-24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U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T </a:t>
            </a:r>
            <a:r>
              <a:rPr lang="en-US" sz="1212" b="0" i="0" spc="-36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f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il</a:t>
            </a:r>
            <a:r>
              <a:rPr lang="en-US" sz="1212" b="0" i="0" spc="-1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s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.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 </a:t>
            </a:r>
            <a:r>
              <a:rPr lang="en-US" sz="1212" b="0" i="0" spc="-1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h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1212" b="0" i="0" spc="-2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 s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hou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l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d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 b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 a goo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d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 p</a:t>
            </a:r>
            <a:r>
              <a:rPr lang="en-US" sz="1212" b="0" i="0" spc="-2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o</a:t>
            </a:r>
            <a:r>
              <a:rPr lang="en-US" sz="1212" b="0" i="0" spc="-21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c</a:t>
            </a:r>
            <a:r>
              <a:rPr lang="en-US" sz="1212" b="0" i="0" spc="-15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1212" b="0" i="0" spc="-16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s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s i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n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 pl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1212" b="0" i="0" spc="-21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c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e </a:t>
            </a:r>
            <a:r>
              <a:rPr lang="en-US" sz="1212" b="0" i="0" spc="-23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o </a:t>
            </a:r>
            <a:r>
              <a:rPr lang="en-US" sz="1212" b="0" i="0" spc="-2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ol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l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 </a:t>
            </a:r>
            <a:r>
              <a:rPr lang="en-US" sz="1212" b="0" i="0" spc="-14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b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ac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k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 the 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d</a:t>
            </a:r>
            <a:r>
              <a:rPr lang="en-US" sz="1212" b="0" i="0" spc="-11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1212" b="0" i="0" spc="-25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f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ecti</a:t>
            </a:r>
            <a:r>
              <a:rPr lang="en-US" sz="1212" b="0" i="0" spc="-22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v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e 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p</a:t>
            </a:r>
            <a:r>
              <a:rPr lang="en-US" sz="1212" b="0" i="0" spc="-2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og</a:t>
            </a:r>
            <a:r>
              <a:rPr lang="en-US" sz="1212" b="0" i="0" spc="-35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m</a:t>
            </a:r>
            <a:r>
              <a:rPr lang="en-US" sz="1212" b="0" i="0" spc="0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s </a:t>
            </a:r>
          </a:p>
          <a:p>
            <a:pPr marL="1856232">
              <a:lnSpc>
                <a:spcPts val="1100"/>
              </a:lnSpc>
            </a:pP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om the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Q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nm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nd 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es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the d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opme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cti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s.</a:t>
            </a:r>
          </a:p>
          <a:p>
            <a:pPr marL="1727">
              <a:lnSpc>
                <a:spcPts val="1975"/>
              </a:lnSpc>
              <a:tabLst>
                <a:tab pos="263042" algn="l"/>
              </a:tabLst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F	</a:t>
            </a:r>
            <a:r>
              <a:rPr lang="en-US" sz="1212" b="0" i="0" spc="-14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W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h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1212" b="0" i="0" spc="-2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e 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1212" b="0" i="0" spc="-2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e th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 </a:t>
            </a:r>
            <a:r>
              <a:rPr lang="en-US" sz="1212" b="0" i="0" spc="-2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1212" b="0" i="0" spc="-15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s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ul</a:t>
            </a:r>
            <a:r>
              <a:rPr lang="en-US" sz="1212" b="0" i="0" spc="-13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s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 </a:t>
            </a:r>
            <a:r>
              <a:rPr lang="en-US" sz="1212" b="0" i="0" spc="-20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o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f 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h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 </a:t>
            </a:r>
            <a:r>
              <a:rPr lang="en-US" sz="1212" b="0" i="0" spc="-24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U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1212" b="0" i="0" spc="0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T </a:t>
            </a:r>
          </a:p>
          <a:p>
            <a:pPr marL="263042">
              <a:lnSpc>
                <a:spcPts val="1100"/>
              </a:lnSpc>
            </a:pP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1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ed?</a:t>
            </a:r>
          </a:p>
        </p:txBody>
      </p:sp>
      <p:sp>
        <p:nvSpPr>
          <p:cNvPr id="316" name="Rectangle 316"/>
          <p:cNvSpPr/>
          <p:nvPr/>
        </p:nvSpPr>
        <p:spPr>
          <a:xfrm>
            <a:off x="2361906" y="5779981"/>
            <a:ext cx="6801317" cy="4373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4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’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impo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u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de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nd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he u</a:t>
            </a:r>
            <a:r>
              <a:rPr lang="en-US" sz="800" b="0" i="0" spc="-1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f </a:t>
            </a:r>
            <a:r>
              <a:rPr lang="en-US" sz="800" b="0" i="0" spc="-1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3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ol</a:t>
            </a:r>
            <a:r>
              <a:rPr lang="en-US" sz="800" b="0" i="0" spc="-1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,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su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as I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help d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ic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1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g 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1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,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if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6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,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 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es</a:t>
            </a:r>
            <a:r>
              <a:rPr lang="en-US" sz="800" b="0" i="0" spc="-1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.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ona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ll</a:t>
            </a:r>
            <a:r>
              <a:rPr lang="en-US" sz="800" b="0" i="0" spc="-6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,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ti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ng 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eq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ui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</a:p>
          <a:p>
            <a:pPr marL="0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thering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do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me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ed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viden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 a 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is pe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. If 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au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di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do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do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d,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 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ud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at th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</a:p>
          <a:p>
            <a:pPr marL="0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act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vi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 o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.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lyin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olely on i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qu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ry i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n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ow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ed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 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ting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da</a:t>
            </a:r>
            <a:r>
              <a:rPr lang="en-US" sz="800" b="0" i="0" spc="-3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1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s.</a:t>
            </a:r>
          </a:p>
        </p:txBody>
      </p:sp>
      <p:sp>
        <p:nvSpPr>
          <p:cNvPr id="317" name="Rectangle 317"/>
          <p:cNvSpPr/>
          <p:nvPr/>
        </p:nvSpPr>
        <p:spPr>
          <a:xfrm>
            <a:off x="502525" y="6293061"/>
            <a:ext cx="1693743" cy="8945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66191" algn="l"/>
              </a:tabLst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G	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22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w d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15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th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21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1212" b="0" i="0" spc="-14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26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y 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ma</a:t>
            </a:r>
            <a:r>
              <a:rPr lang="en-US" sz="1212" b="0" i="0" spc="-2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k</a:t>
            </a:r>
            <a:r>
              <a:rPr lang="en-US" sz="1212" b="0" i="0" spc="0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</a:p>
          <a:p>
            <a:pPr marL="266191">
              <a:lnSpc>
                <a:spcPts val="1100"/>
              </a:lnSpc>
            </a:pP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that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3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is n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 </a:t>
            </a:r>
          </a:p>
          <a:p>
            <a:pPr marL="266191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ch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g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ga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n 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f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the 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U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 </a:t>
            </a:r>
          </a:p>
          <a:p>
            <a:pPr marL="266191">
              <a:lnSpc>
                <a:spcPts val="1200"/>
              </a:lnSpc>
            </a:pPr>
            <a:r>
              <a:rPr lang="en-US" sz="800" b="0" i="0" spc="-1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sse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the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ng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i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</a:p>
          <a:p>
            <a:pPr marL="266191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impleme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in 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p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oduc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io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 </a:t>
            </a:r>
          </a:p>
          <a:p>
            <a:pPr marL="266191">
              <a:lnSpc>
                <a:spcPts val="1200"/>
              </a:lnSpc>
            </a:pP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vi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onm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t?</a:t>
            </a:r>
          </a:p>
        </p:txBody>
      </p:sp>
      <p:sp>
        <p:nvSpPr>
          <p:cNvPr id="318" name="Rectangle 318"/>
          <p:cNvSpPr/>
          <p:nvPr/>
        </p:nvSpPr>
        <p:spPr>
          <a:xfrm>
            <a:off x="2361906" y="6293061"/>
            <a:ext cx="6689150" cy="2849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On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 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U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 </a:t>
            </a:r>
            <a:r>
              <a:rPr lang="en-US" sz="800" b="0" i="0" spc="-14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p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sse</a:t>
            </a:r>
            <a:r>
              <a:rPr lang="en-US" sz="800" b="0" i="0" spc="-1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,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it is li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k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ely th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he 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ame 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omp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led 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ode i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im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p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leme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d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he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li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v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 p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du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ion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v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.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1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25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f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re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,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im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po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k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su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 </a:t>
            </a:r>
          </a:p>
          <a:p>
            <a:pPr marL="0">
              <a:lnSpc>
                <a:spcPts val="1200"/>
              </a:lnSpc>
            </a:pP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hat the 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om</a:t>
            </a:r>
            <a:r>
              <a:rPr lang="en-US" sz="800" b="0" i="0" spc="-1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as 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en 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oid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ducing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nau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z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ed 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ng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 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p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3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 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hat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is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ov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es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Freeform 319">
            <a:hlinkClick r:id="rId2"/>
          </p:cNvPr>
          <p:cNvSpPr/>
          <p:nvPr/>
        </p:nvSpPr>
        <p:spPr>
          <a:xfrm>
            <a:off x="8322005" y="13"/>
            <a:ext cx="2369997" cy="7204392"/>
          </a:xfrm>
          <a:custGeom>
            <a:avLst/>
            <a:gdLst/>
            <a:ahLst/>
            <a:cxnLst/>
            <a:rect l="0" t="0" r="0" b="0"/>
            <a:pathLst>
              <a:path w="2369997" h="7204392">
                <a:moveTo>
                  <a:pt x="0" y="7204392"/>
                </a:moveTo>
                <a:lnTo>
                  <a:pt x="2369997" y="7204392"/>
                </a:lnTo>
                <a:lnTo>
                  <a:pt x="2369997" y="0"/>
                </a:lnTo>
                <a:lnTo>
                  <a:pt x="0" y="0"/>
                </a:lnTo>
                <a:lnTo>
                  <a:pt x="0" y="7204392"/>
                </a:lnTo>
                <a:close/>
              </a:path>
            </a:pathLst>
          </a:custGeom>
          <a:solidFill>
            <a:srgbClr val="AAB2B7">
              <a:alpha val="10000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20" name="Picture 320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2900" y="342900"/>
            <a:ext cx="7823796" cy="3559505"/>
          </a:xfrm>
          <a:prstGeom prst="rect">
            <a:avLst/>
          </a:prstGeom>
          <a:noFill/>
        </p:spPr>
      </p:pic>
      <p:sp>
        <p:nvSpPr>
          <p:cNvPr id="321" name="Freeform 321"/>
          <p:cNvSpPr/>
          <p:nvPr/>
        </p:nvSpPr>
        <p:spPr>
          <a:xfrm>
            <a:off x="717550" y="830871"/>
            <a:ext cx="0" cy="484479"/>
          </a:xfrm>
          <a:custGeom>
            <a:avLst/>
            <a:gdLst/>
            <a:ahLst/>
            <a:cxnLst/>
            <a:rect l="0" t="0" r="0" b="0"/>
            <a:pathLst>
              <a:path h="484479">
                <a:moveTo>
                  <a:pt x="0" y="484479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2" name="Freeform 322"/>
          <p:cNvSpPr/>
          <p:nvPr/>
        </p:nvSpPr>
        <p:spPr>
          <a:xfrm>
            <a:off x="2970000" y="830871"/>
            <a:ext cx="0" cy="484479"/>
          </a:xfrm>
          <a:custGeom>
            <a:avLst/>
            <a:gdLst/>
            <a:ahLst/>
            <a:cxnLst/>
            <a:rect l="0" t="0" r="0" b="0"/>
            <a:pathLst>
              <a:path h="484479">
                <a:moveTo>
                  <a:pt x="0" y="484479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3" name="Freeform 323"/>
          <p:cNvSpPr/>
          <p:nvPr/>
        </p:nvSpPr>
        <p:spPr>
          <a:xfrm>
            <a:off x="7199999" y="830871"/>
            <a:ext cx="0" cy="484479"/>
          </a:xfrm>
          <a:custGeom>
            <a:avLst/>
            <a:gdLst/>
            <a:ahLst/>
            <a:cxnLst/>
            <a:rect l="0" t="0" r="0" b="0"/>
            <a:pathLst>
              <a:path h="484479">
                <a:moveTo>
                  <a:pt x="0" y="484479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4" name="Freeform 324"/>
          <p:cNvSpPr/>
          <p:nvPr/>
        </p:nvSpPr>
        <p:spPr>
          <a:xfrm>
            <a:off x="717550" y="1321707"/>
            <a:ext cx="0" cy="1090904"/>
          </a:xfrm>
          <a:custGeom>
            <a:avLst/>
            <a:gdLst/>
            <a:ahLst/>
            <a:cxnLst/>
            <a:rect l="0" t="0" r="0" b="0"/>
            <a:pathLst>
              <a:path h="1090904">
                <a:moveTo>
                  <a:pt x="0" y="10909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5" name="Freeform 325"/>
          <p:cNvSpPr/>
          <p:nvPr/>
        </p:nvSpPr>
        <p:spPr>
          <a:xfrm>
            <a:off x="2970000" y="1321707"/>
            <a:ext cx="0" cy="1090904"/>
          </a:xfrm>
          <a:custGeom>
            <a:avLst/>
            <a:gdLst/>
            <a:ahLst/>
            <a:cxnLst/>
            <a:rect l="0" t="0" r="0" b="0"/>
            <a:pathLst>
              <a:path h="1090904">
                <a:moveTo>
                  <a:pt x="0" y="10909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6" name="Freeform 326"/>
          <p:cNvSpPr/>
          <p:nvPr/>
        </p:nvSpPr>
        <p:spPr>
          <a:xfrm>
            <a:off x="7199999" y="1321707"/>
            <a:ext cx="0" cy="1090904"/>
          </a:xfrm>
          <a:custGeom>
            <a:avLst/>
            <a:gdLst/>
            <a:ahLst/>
            <a:cxnLst/>
            <a:rect l="0" t="0" r="0" b="0"/>
            <a:pathLst>
              <a:path h="1090904">
                <a:moveTo>
                  <a:pt x="0" y="10909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7" name="Freeform 327"/>
          <p:cNvSpPr/>
          <p:nvPr/>
        </p:nvSpPr>
        <p:spPr>
          <a:xfrm>
            <a:off x="717550" y="2418967"/>
            <a:ext cx="0" cy="481304"/>
          </a:xfrm>
          <a:custGeom>
            <a:avLst/>
            <a:gdLst/>
            <a:ahLst/>
            <a:cxnLst/>
            <a:rect l="0" t="0" r="0" b="0"/>
            <a:pathLst>
              <a:path h="481304">
                <a:moveTo>
                  <a:pt x="0" y="4813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8" name="Freeform 328"/>
          <p:cNvSpPr/>
          <p:nvPr/>
        </p:nvSpPr>
        <p:spPr>
          <a:xfrm>
            <a:off x="2970000" y="2418967"/>
            <a:ext cx="0" cy="481304"/>
          </a:xfrm>
          <a:custGeom>
            <a:avLst/>
            <a:gdLst/>
            <a:ahLst/>
            <a:cxnLst/>
            <a:rect l="0" t="0" r="0" b="0"/>
            <a:pathLst>
              <a:path h="481304">
                <a:moveTo>
                  <a:pt x="0" y="4813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9" name="Freeform 329"/>
          <p:cNvSpPr/>
          <p:nvPr/>
        </p:nvSpPr>
        <p:spPr>
          <a:xfrm>
            <a:off x="7199999" y="2418967"/>
            <a:ext cx="0" cy="481304"/>
          </a:xfrm>
          <a:custGeom>
            <a:avLst/>
            <a:gdLst/>
            <a:ahLst/>
            <a:cxnLst/>
            <a:rect l="0" t="0" r="0" b="0"/>
            <a:pathLst>
              <a:path h="481304">
                <a:moveTo>
                  <a:pt x="0" y="4813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0" name="Freeform 330"/>
          <p:cNvSpPr/>
          <p:nvPr/>
        </p:nvSpPr>
        <p:spPr>
          <a:xfrm>
            <a:off x="717550" y="2906627"/>
            <a:ext cx="0" cy="789279"/>
          </a:xfrm>
          <a:custGeom>
            <a:avLst/>
            <a:gdLst/>
            <a:ahLst/>
            <a:cxnLst/>
            <a:rect l="0" t="0" r="0" b="0"/>
            <a:pathLst>
              <a:path h="789279">
                <a:moveTo>
                  <a:pt x="0" y="789279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1" name="Freeform 331"/>
          <p:cNvSpPr/>
          <p:nvPr/>
        </p:nvSpPr>
        <p:spPr>
          <a:xfrm>
            <a:off x="2970000" y="2906627"/>
            <a:ext cx="0" cy="789279"/>
          </a:xfrm>
          <a:custGeom>
            <a:avLst/>
            <a:gdLst/>
            <a:ahLst/>
            <a:cxnLst/>
            <a:rect l="0" t="0" r="0" b="0"/>
            <a:pathLst>
              <a:path h="789279">
                <a:moveTo>
                  <a:pt x="0" y="789279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2" name="Freeform 332"/>
          <p:cNvSpPr/>
          <p:nvPr/>
        </p:nvSpPr>
        <p:spPr>
          <a:xfrm>
            <a:off x="7199999" y="2906627"/>
            <a:ext cx="0" cy="789279"/>
          </a:xfrm>
          <a:custGeom>
            <a:avLst/>
            <a:gdLst/>
            <a:ahLst/>
            <a:cxnLst/>
            <a:rect l="0" t="0" r="0" b="0"/>
            <a:pathLst>
              <a:path h="789279">
                <a:moveTo>
                  <a:pt x="0" y="789279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3" name="Freeform 333"/>
          <p:cNvSpPr/>
          <p:nvPr/>
        </p:nvSpPr>
        <p:spPr>
          <a:xfrm>
            <a:off x="717550" y="3889452"/>
            <a:ext cx="0" cy="789279"/>
          </a:xfrm>
          <a:custGeom>
            <a:avLst/>
            <a:gdLst/>
            <a:ahLst/>
            <a:cxnLst/>
            <a:rect l="0" t="0" r="0" b="0"/>
            <a:pathLst>
              <a:path h="789279">
                <a:moveTo>
                  <a:pt x="0" y="789279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4" name="Freeform 334"/>
          <p:cNvSpPr/>
          <p:nvPr/>
        </p:nvSpPr>
        <p:spPr>
          <a:xfrm>
            <a:off x="2970000" y="3889452"/>
            <a:ext cx="0" cy="789279"/>
          </a:xfrm>
          <a:custGeom>
            <a:avLst/>
            <a:gdLst/>
            <a:ahLst/>
            <a:cxnLst/>
            <a:rect l="0" t="0" r="0" b="0"/>
            <a:pathLst>
              <a:path h="789279">
                <a:moveTo>
                  <a:pt x="0" y="789279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5" name="Freeform 335"/>
          <p:cNvSpPr/>
          <p:nvPr/>
        </p:nvSpPr>
        <p:spPr>
          <a:xfrm>
            <a:off x="7199999" y="3889452"/>
            <a:ext cx="0" cy="789279"/>
          </a:xfrm>
          <a:custGeom>
            <a:avLst/>
            <a:gdLst/>
            <a:ahLst/>
            <a:cxnLst/>
            <a:rect l="0" t="0" r="0" b="0"/>
            <a:pathLst>
              <a:path h="789279">
                <a:moveTo>
                  <a:pt x="0" y="789279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6" name="Freeform 336"/>
          <p:cNvSpPr/>
          <p:nvPr/>
        </p:nvSpPr>
        <p:spPr>
          <a:xfrm>
            <a:off x="717550" y="4685088"/>
            <a:ext cx="0" cy="633704"/>
          </a:xfrm>
          <a:custGeom>
            <a:avLst/>
            <a:gdLst/>
            <a:ahLst/>
            <a:cxnLst/>
            <a:rect l="0" t="0" r="0" b="0"/>
            <a:pathLst>
              <a:path h="633704">
                <a:moveTo>
                  <a:pt x="0" y="6337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7" name="Freeform 337"/>
          <p:cNvSpPr/>
          <p:nvPr/>
        </p:nvSpPr>
        <p:spPr>
          <a:xfrm>
            <a:off x="2970000" y="4685088"/>
            <a:ext cx="0" cy="633704"/>
          </a:xfrm>
          <a:custGeom>
            <a:avLst/>
            <a:gdLst/>
            <a:ahLst/>
            <a:cxnLst/>
            <a:rect l="0" t="0" r="0" b="0"/>
            <a:pathLst>
              <a:path h="633704">
                <a:moveTo>
                  <a:pt x="0" y="6337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8" name="Freeform 338"/>
          <p:cNvSpPr/>
          <p:nvPr/>
        </p:nvSpPr>
        <p:spPr>
          <a:xfrm>
            <a:off x="7199999" y="4685088"/>
            <a:ext cx="0" cy="633704"/>
          </a:xfrm>
          <a:custGeom>
            <a:avLst/>
            <a:gdLst/>
            <a:ahLst/>
            <a:cxnLst/>
            <a:rect l="0" t="0" r="0" b="0"/>
            <a:pathLst>
              <a:path h="633704">
                <a:moveTo>
                  <a:pt x="0" y="6337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9" name="Freeform 339"/>
          <p:cNvSpPr/>
          <p:nvPr/>
        </p:nvSpPr>
        <p:spPr>
          <a:xfrm>
            <a:off x="717550" y="5325147"/>
            <a:ext cx="0" cy="506704"/>
          </a:xfrm>
          <a:custGeom>
            <a:avLst/>
            <a:gdLst/>
            <a:ahLst/>
            <a:cxnLst/>
            <a:rect l="0" t="0" r="0" b="0"/>
            <a:pathLst>
              <a:path h="506704">
                <a:moveTo>
                  <a:pt x="0" y="5067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0" name="Freeform 340"/>
          <p:cNvSpPr/>
          <p:nvPr/>
        </p:nvSpPr>
        <p:spPr>
          <a:xfrm>
            <a:off x="2970000" y="5325147"/>
            <a:ext cx="0" cy="506704"/>
          </a:xfrm>
          <a:custGeom>
            <a:avLst/>
            <a:gdLst/>
            <a:ahLst/>
            <a:cxnLst/>
            <a:rect l="0" t="0" r="0" b="0"/>
            <a:pathLst>
              <a:path h="506704">
                <a:moveTo>
                  <a:pt x="0" y="5067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1" name="Freeform 341"/>
          <p:cNvSpPr/>
          <p:nvPr/>
        </p:nvSpPr>
        <p:spPr>
          <a:xfrm>
            <a:off x="7199999" y="5325147"/>
            <a:ext cx="0" cy="506704"/>
          </a:xfrm>
          <a:custGeom>
            <a:avLst/>
            <a:gdLst/>
            <a:ahLst/>
            <a:cxnLst/>
            <a:rect l="0" t="0" r="0" b="0"/>
            <a:pathLst>
              <a:path h="506704">
                <a:moveTo>
                  <a:pt x="0" y="5067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2" name="Freeform 342"/>
          <p:cNvSpPr/>
          <p:nvPr/>
        </p:nvSpPr>
        <p:spPr>
          <a:xfrm>
            <a:off x="717550" y="5838197"/>
            <a:ext cx="0" cy="647458"/>
          </a:xfrm>
          <a:custGeom>
            <a:avLst/>
            <a:gdLst/>
            <a:ahLst/>
            <a:cxnLst/>
            <a:rect l="0" t="0" r="0" b="0"/>
            <a:pathLst>
              <a:path h="647458">
                <a:moveTo>
                  <a:pt x="0" y="647458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3" name="Freeform 343"/>
          <p:cNvSpPr/>
          <p:nvPr/>
        </p:nvSpPr>
        <p:spPr>
          <a:xfrm>
            <a:off x="2970000" y="5838197"/>
            <a:ext cx="0" cy="647458"/>
          </a:xfrm>
          <a:custGeom>
            <a:avLst/>
            <a:gdLst/>
            <a:ahLst/>
            <a:cxnLst/>
            <a:rect l="0" t="0" r="0" b="0"/>
            <a:pathLst>
              <a:path h="647458">
                <a:moveTo>
                  <a:pt x="0" y="647458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4" name="Freeform 344"/>
          <p:cNvSpPr/>
          <p:nvPr/>
        </p:nvSpPr>
        <p:spPr>
          <a:xfrm>
            <a:off x="7199999" y="5838197"/>
            <a:ext cx="0" cy="647458"/>
          </a:xfrm>
          <a:custGeom>
            <a:avLst/>
            <a:gdLst/>
            <a:ahLst/>
            <a:cxnLst/>
            <a:rect l="0" t="0" r="0" b="0"/>
            <a:pathLst>
              <a:path h="647458">
                <a:moveTo>
                  <a:pt x="0" y="647458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5" name="Freeform 345"/>
          <p:cNvSpPr/>
          <p:nvPr/>
        </p:nvSpPr>
        <p:spPr>
          <a:xfrm>
            <a:off x="717550" y="355600"/>
            <a:ext cx="0" cy="292404"/>
          </a:xfrm>
          <a:custGeom>
            <a:avLst/>
            <a:gdLst/>
            <a:ahLst/>
            <a:cxnLst/>
            <a:rect l="0" t="0" r="0" b="0"/>
            <a:pathLst>
              <a:path h="292404">
                <a:moveTo>
                  <a:pt x="0" y="2924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6" name="Freeform 346"/>
          <p:cNvSpPr/>
          <p:nvPr/>
        </p:nvSpPr>
        <p:spPr>
          <a:xfrm>
            <a:off x="2970000" y="355600"/>
            <a:ext cx="0" cy="292404"/>
          </a:xfrm>
          <a:custGeom>
            <a:avLst/>
            <a:gdLst/>
            <a:ahLst/>
            <a:cxnLst/>
            <a:rect l="0" t="0" r="0" b="0"/>
            <a:pathLst>
              <a:path h="292404">
                <a:moveTo>
                  <a:pt x="0" y="2924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7" name="Freeform 347"/>
          <p:cNvSpPr/>
          <p:nvPr/>
        </p:nvSpPr>
        <p:spPr>
          <a:xfrm>
            <a:off x="7199999" y="355600"/>
            <a:ext cx="0" cy="292404"/>
          </a:xfrm>
          <a:custGeom>
            <a:avLst/>
            <a:gdLst/>
            <a:ahLst/>
            <a:cxnLst/>
            <a:rect l="0" t="0" r="0" b="0"/>
            <a:pathLst>
              <a:path h="292404">
                <a:moveTo>
                  <a:pt x="0" y="292404"/>
                </a:moveTo>
                <a:lnTo>
                  <a:pt x="0" y="0"/>
                </a:lnTo>
              </a:path>
            </a:pathLst>
          </a:custGeom>
          <a:noFill/>
          <a:ln w="3175" cap="flat" cmpd="sng">
            <a:solidFill>
              <a:srgbClr val="FFFFFF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8" name="Freeform 348"/>
          <p:cNvSpPr/>
          <p:nvPr/>
        </p:nvSpPr>
        <p:spPr>
          <a:xfrm>
            <a:off x="355600" y="1318526"/>
            <a:ext cx="361950" cy="0"/>
          </a:xfrm>
          <a:custGeom>
            <a:avLst/>
            <a:gdLst/>
            <a:ahLst/>
            <a:cxnLst/>
            <a:rect l="0" t="0" r="0" b="0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9" name="Freeform 349"/>
          <p:cNvSpPr/>
          <p:nvPr/>
        </p:nvSpPr>
        <p:spPr>
          <a:xfrm>
            <a:off x="355600" y="2415787"/>
            <a:ext cx="361950" cy="0"/>
          </a:xfrm>
          <a:custGeom>
            <a:avLst/>
            <a:gdLst/>
            <a:ahLst/>
            <a:cxnLst/>
            <a:rect l="0" t="0" r="0" b="0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0" name="Freeform 350"/>
          <p:cNvSpPr/>
          <p:nvPr/>
        </p:nvSpPr>
        <p:spPr>
          <a:xfrm>
            <a:off x="717550" y="1318526"/>
            <a:ext cx="2252446" cy="0"/>
          </a:xfrm>
          <a:custGeom>
            <a:avLst/>
            <a:gdLst/>
            <a:ahLst/>
            <a:cxnLst/>
            <a:rect l="0" t="0" r="0" b="0"/>
            <a:pathLst>
              <a:path w="2252446">
                <a:moveTo>
                  <a:pt x="0" y="0"/>
                </a:moveTo>
                <a:lnTo>
                  <a:pt x="2252446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1" name="Freeform 351"/>
          <p:cNvSpPr/>
          <p:nvPr/>
        </p:nvSpPr>
        <p:spPr>
          <a:xfrm>
            <a:off x="2970000" y="1318526"/>
            <a:ext cx="4230001" cy="0"/>
          </a:xfrm>
          <a:custGeom>
            <a:avLst/>
            <a:gdLst/>
            <a:ahLst/>
            <a:cxnLst/>
            <a:rect l="0" t="0" r="0" b="0"/>
            <a:pathLst>
              <a:path w="4230001">
                <a:moveTo>
                  <a:pt x="0" y="0"/>
                </a:moveTo>
                <a:lnTo>
                  <a:pt x="4230001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2" name="Freeform 352"/>
          <p:cNvSpPr/>
          <p:nvPr/>
        </p:nvSpPr>
        <p:spPr>
          <a:xfrm>
            <a:off x="717550" y="2415787"/>
            <a:ext cx="2252446" cy="0"/>
          </a:xfrm>
          <a:custGeom>
            <a:avLst/>
            <a:gdLst/>
            <a:ahLst/>
            <a:cxnLst/>
            <a:rect l="0" t="0" r="0" b="0"/>
            <a:pathLst>
              <a:path w="2252446">
                <a:moveTo>
                  <a:pt x="0" y="0"/>
                </a:moveTo>
                <a:lnTo>
                  <a:pt x="2252446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3" name="Freeform 353"/>
          <p:cNvSpPr/>
          <p:nvPr/>
        </p:nvSpPr>
        <p:spPr>
          <a:xfrm>
            <a:off x="2970000" y="2415787"/>
            <a:ext cx="4230001" cy="0"/>
          </a:xfrm>
          <a:custGeom>
            <a:avLst/>
            <a:gdLst/>
            <a:ahLst/>
            <a:cxnLst/>
            <a:rect l="0" t="0" r="0" b="0"/>
            <a:pathLst>
              <a:path w="4230001">
                <a:moveTo>
                  <a:pt x="0" y="0"/>
                </a:moveTo>
                <a:lnTo>
                  <a:pt x="4230001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4" name="Freeform 354"/>
          <p:cNvSpPr/>
          <p:nvPr/>
        </p:nvSpPr>
        <p:spPr>
          <a:xfrm>
            <a:off x="7199999" y="1318526"/>
            <a:ext cx="953998" cy="0"/>
          </a:xfrm>
          <a:custGeom>
            <a:avLst/>
            <a:gdLst/>
            <a:ahLst/>
            <a:cxnLst/>
            <a:rect l="0" t="0" r="0" b="0"/>
            <a:pathLst>
              <a:path w="953998">
                <a:moveTo>
                  <a:pt x="0" y="0"/>
                </a:moveTo>
                <a:lnTo>
                  <a:pt x="953998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5" name="Freeform 355"/>
          <p:cNvSpPr/>
          <p:nvPr/>
        </p:nvSpPr>
        <p:spPr>
          <a:xfrm>
            <a:off x="7199999" y="2415787"/>
            <a:ext cx="953998" cy="0"/>
          </a:xfrm>
          <a:custGeom>
            <a:avLst/>
            <a:gdLst/>
            <a:ahLst/>
            <a:cxnLst/>
            <a:rect l="0" t="0" r="0" b="0"/>
            <a:pathLst>
              <a:path w="953998">
                <a:moveTo>
                  <a:pt x="0" y="0"/>
                </a:moveTo>
                <a:lnTo>
                  <a:pt x="953998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6" name="Freeform 356"/>
          <p:cNvSpPr/>
          <p:nvPr/>
        </p:nvSpPr>
        <p:spPr>
          <a:xfrm>
            <a:off x="355600" y="2903446"/>
            <a:ext cx="361950" cy="0"/>
          </a:xfrm>
          <a:custGeom>
            <a:avLst/>
            <a:gdLst/>
            <a:ahLst/>
            <a:cxnLst/>
            <a:rect l="0" t="0" r="0" b="0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7" name="Freeform 357"/>
          <p:cNvSpPr/>
          <p:nvPr/>
        </p:nvSpPr>
        <p:spPr>
          <a:xfrm>
            <a:off x="717550" y="2903446"/>
            <a:ext cx="2252446" cy="0"/>
          </a:xfrm>
          <a:custGeom>
            <a:avLst/>
            <a:gdLst/>
            <a:ahLst/>
            <a:cxnLst/>
            <a:rect l="0" t="0" r="0" b="0"/>
            <a:pathLst>
              <a:path w="2252446">
                <a:moveTo>
                  <a:pt x="0" y="0"/>
                </a:moveTo>
                <a:lnTo>
                  <a:pt x="2252446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8" name="Freeform 358"/>
          <p:cNvSpPr/>
          <p:nvPr/>
        </p:nvSpPr>
        <p:spPr>
          <a:xfrm>
            <a:off x="2970000" y="2903446"/>
            <a:ext cx="4230001" cy="0"/>
          </a:xfrm>
          <a:custGeom>
            <a:avLst/>
            <a:gdLst/>
            <a:ahLst/>
            <a:cxnLst/>
            <a:rect l="0" t="0" r="0" b="0"/>
            <a:pathLst>
              <a:path w="4230001">
                <a:moveTo>
                  <a:pt x="0" y="0"/>
                </a:moveTo>
                <a:lnTo>
                  <a:pt x="4230001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9" name="Freeform 359"/>
          <p:cNvSpPr/>
          <p:nvPr/>
        </p:nvSpPr>
        <p:spPr>
          <a:xfrm>
            <a:off x="7199999" y="2903446"/>
            <a:ext cx="953998" cy="0"/>
          </a:xfrm>
          <a:custGeom>
            <a:avLst/>
            <a:gdLst/>
            <a:ahLst/>
            <a:cxnLst/>
            <a:rect l="0" t="0" r="0" b="0"/>
            <a:pathLst>
              <a:path w="953998">
                <a:moveTo>
                  <a:pt x="0" y="0"/>
                </a:moveTo>
                <a:lnTo>
                  <a:pt x="953998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0" name="Freeform 360"/>
          <p:cNvSpPr/>
          <p:nvPr/>
        </p:nvSpPr>
        <p:spPr>
          <a:xfrm>
            <a:off x="355600" y="4681906"/>
            <a:ext cx="361950" cy="0"/>
          </a:xfrm>
          <a:custGeom>
            <a:avLst/>
            <a:gdLst/>
            <a:ahLst/>
            <a:cxnLst/>
            <a:rect l="0" t="0" r="0" b="0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1" name="Freeform 361"/>
          <p:cNvSpPr/>
          <p:nvPr/>
        </p:nvSpPr>
        <p:spPr>
          <a:xfrm>
            <a:off x="717550" y="4681906"/>
            <a:ext cx="2252446" cy="0"/>
          </a:xfrm>
          <a:custGeom>
            <a:avLst/>
            <a:gdLst/>
            <a:ahLst/>
            <a:cxnLst/>
            <a:rect l="0" t="0" r="0" b="0"/>
            <a:pathLst>
              <a:path w="2252446">
                <a:moveTo>
                  <a:pt x="0" y="0"/>
                </a:moveTo>
                <a:lnTo>
                  <a:pt x="2252446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2" name="Freeform 362"/>
          <p:cNvSpPr/>
          <p:nvPr/>
        </p:nvSpPr>
        <p:spPr>
          <a:xfrm>
            <a:off x="2970000" y="4681906"/>
            <a:ext cx="4230001" cy="0"/>
          </a:xfrm>
          <a:custGeom>
            <a:avLst/>
            <a:gdLst/>
            <a:ahLst/>
            <a:cxnLst/>
            <a:rect l="0" t="0" r="0" b="0"/>
            <a:pathLst>
              <a:path w="4230001">
                <a:moveTo>
                  <a:pt x="0" y="0"/>
                </a:moveTo>
                <a:lnTo>
                  <a:pt x="4230001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3" name="Freeform 363"/>
          <p:cNvSpPr/>
          <p:nvPr/>
        </p:nvSpPr>
        <p:spPr>
          <a:xfrm>
            <a:off x="7199999" y="4681906"/>
            <a:ext cx="953998" cy="0"/>
          </a:xfrm>
          <a:custGeom>
            <a:avLst/>
            <a:gdLst/>
            <a:ahLst/>
            <a:cxnLst/>
            <a:rect l="0" t="0" r="0" b="0"/>
            <a:pathLst>
              <a:path w="953998">
                <a:moveTo>
                  <a:pt x="0" y="0"/>
                </a:moveTo>
                <a:lnTo>
                  <a:pt x="953998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4" name="Freeform 364"/>
          <p:cNvSpPr/>
          <p:nvPr/>
        </p:nvSpPr>
        <p:spPr>
          <a:xfrm>
            <a:off x="355600" y="5321967"/>
            <a:ext cx="361950" cy="0"/>
          </a:xfrm>
          <a:custGeom>
            <a:avLst/>
            <a:gdLst/>
            <a:ahLst/>
            <a:cxnLst/>
            <a:rect l="0" t="0" r="0" b="0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5" name="Freeform 365"/>
          <p:cNvSpPr/>
          <p:nvPr/>
        </p:nvSpPr>
        <p:spPr>
          <a:xfrm>
            <a:off x="717550" y="5321967"/>
            <a:ext cx="2252446" cy="0"/>
          </a:xfrm>
          <a:custGeom>
            <a:avLst/>
            <a:gdLst/>
            <a:ahLst/>
            <a:cxnLst/>
            <a:rect l="0" t="0" r="0" b="0"/>
            <a:pathLst>
              <a:path w="2252446">
                <a:moveTo>
                  <a:pt x="0" y="0"/>
                </a:moveTo>
                <a:lnTo>
                  <a:pt x="2252446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6" name="Freeform 366"/>
          <p:cNvSpPr/>
          <p:nvPr/>
        </p:nvSpPr>
        <p:spPr>
          <a:xfrm>
            <a:off x="2970000" y="5321967"/>
            <a:ext cx="4230001" cy="0"/>
          </a:xfrm>
          <a:custGeom>
            <a:avLst/>
            <a:gdLst/>
            <a:ahLst/>
            <a:cxnLst/>
            <a:rect l="0" t="0" r="0" b="0"/>
            <a:pathLst>
              <a:path w="4230001">
                <a:moveTo>
                  <a:pt x="0" y="0"/>
                </a:moveTo>
                <a:lnTo>
                  <a:pt x="4230001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7" name="Freeform 367"/>
          <p:cNvSpPr/>
          <p:nvPr/>
        </p:nvSpPr>
        <p:spPr>
          <a:xfrm>
            <a:off x="7199999" y="5321967"/>
            <a:ext cx="953998" cy="0"/>
          </a:xfrm>
          <a:custGeom>
            <a:avLst/>
            <a:gdLst/>
            <a:ahLst/>
            <a:cxnLst/>
            <a:rect l="0" t="0" r="0" b="0"/>
            <a:pathLst>
              <a:path w="953998">
                <a:moveTo>
                  <a:pt x="0" y="0"/>
                </a:moveTo>
                <a:lnTo>
                  <a:pt x="953998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8" name="Freeform 368"/>
          <p:cNvSpPr/>
          <p:nvPr/>
        </p:nvSpPr>
        <p:spPr>
          <a:xfrm>
            <a:off x="355600" y="5835027"/>
            <a:ext cx="361950" cy="0"/>
          </a:xfrm>
          <a:custGeom>
            <a:avLst/>
            <a:gdLst/>
            <a:ahLst/>
            <a:cxnLst/>
            <a:rect l="0" t="0" r="0" b="0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69" name="Freeform 369"/>
          <p:cNvSpPr/>
          <p:nvPr/>
        </p:nvSpPr>
        <p:spPr>
          <a:xfrm>
            <a:off x="355600" y="6488830"/>
            <a:ext cx="361950" cy="0"/>
          </a:xfrm>
          <a:custGeom>
            <a:avLst/>
            <a:gdLst/>
            <a:ahLst/>
            <a:cxnLst/>
            <a:rect l="0" t="0" r="0" b="0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0" name="Freeform 370"/>
          <p:cNvSpPr/>
          <p:nvPr/>
        </p:nvSpPr>
        <p:spPr>
          <a:xfrm>
            <a:off x="717550" y="5835027"/>
            <a:ext cx="2252446" cy="0"/>
          </a:xfrm>
          <a:custGeom>
            <a:avLst/>
            <a:gdLst/>
            <a:ahLst/>
            <a:cxnLst/>
            <a:rect l="0" t="0" r="0" b="0"/>
            <a:pathLst>
              <a:path w="2252446">
                <a:moveTo>
                  <a:pt x="0" y="0"/>
                </a:moveTo>
                <a:lnTo>
                  <a:pt x="2252446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1" name="Freeform 371"/>
          <p:cNvSpPr/>
          <p:nvPr/>
        </p:nvSpPr>
        <p:spPr>
          <a:xfrm>
            <a:off x="2970000" y="5835027"/>
            <a:ext cx="4230001" cy="0"/>
          </a:xfrm>
          <a:custGeom>
            <a:avLst/>
            <a:gdLst/>
            <a:ahLst/>
            <a:cxnLst/>
            <a:rect l="0" t="0" r="0" b="0"/>
            <a:pathLst>
              <a:path w="4230001">
                <a:moveTo>
                  <a:pt x="0" y="0"/>
                </a:moveTo>
                <a:lnTo>
                  <a:pt x="4230001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2" name="Freeform 372"/>
          <p:cNvSpPr/>
          <p:nvPr/>
        </p:nvSpPr>
        <p:spPr>
          <a:xfrm>
            <a:off x="717550" y="6488830"/>
            <a:ext cx="2252446" cy="0"/>
          </a:xfrm>
          <a:custGeom>
            <a:avLst/>
            <a:gdLst/>
            <a:ahLst/>
            <a:cxnLst/>
            <a:rect l="0" t="0" r="0" b="0"/>
            <a:pathLst>
              <a:path w="2252446">
                <a:moveTo>
                  <a:pt x="0" y="0"/>
                </a:moveTo>
                <a:lnTo>
                  <a:pt x="2252446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3" name="Freeform 373"/>
          <p:cNvSpPr/>
          <p:nvPr/>
        </p:nvSpPr>
        <p:spPr>
          <a:xfrm>
            <a:off x="2970000" y="6488830"/>
            <a:ext cx="4230001" cy="0"/>
          </a:xfrm>
          <a:custGeom>
            <a:avLst/>
            <a:gdLst/>
            <a:ahLst/>
            <a:cxnLst/>
            <a:rect l="0" t="0" r="0" b="0"/>
            <a:pathLst>
              <a:path w="4230001">
                <a:moveTo>
                  <a:pt x="0" y="0"/>
                </a:moveTo>
                <a:lnTo>
                  <a:pt x="4230001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4" name="Freeform 374"/>
          <p:cNvSpPr/>
          <p:nvPr/>
        </p:nvSpPr>
        <p:spPr>
          <a:xfrm>
            <a:off x="7199999" y="5835027"/>
            <a:ext cx="953998" cy="0"/>
          </a:xfrm>
          <a:custGeom>
            <a:avLst/>
            <a:gdLst/>
            <a:ahLst/>
            <a:cxnLst/>
            <a:rect l="0" t="0" r="0" b="0"/>
            <a:pathLst>
              <a:path w="953998">
                <a:moveTo>
                  <a:pt x="0" y="0"/>
                </a:moveTo>
                <a:lnTo>
                  <a:pt x="953998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5" name="Freeform 375"/>
          <p:cNvSpPr/>
          <p:nvPr/>
        </p:nvSpPr>
        <p:spPr>
          <a:xfrm>
            <a:off x="7199999" y="6488830"/>
            <a:ext cx="953998" cy="0"/>
          </a:xfrm>
          <a:custGeom>
            <a:avLst/>
            <a:gdLst/>
            <a:ahLst/>
            <a:cxnLst/>
            <a:rect l="0" t="0" r="0" b="0"/>
            <a:pathLst>
              <a:path w="953998">
                <a:moveTo>
                  <a:pt x="0" y="0"/>
                </a:moveTo>
                <a:lnTo>
                  <a:pt x="953998" y="0"/>
                </a:lnTo>
              </a:path>
            </a:pathLst>
          </a:custGeom>
          <a:noFill/>
          <a:ln w="6350" cap="flat" cmpd="sng">
            <a:solidFill>
              <a:srgbClr val="2C303A">
                <a:alpha val="100000"/>
              </a:srgbClr>
            </a:solidFill>
            <a:miter lim="127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6" name="Rectangle 376"/>
          <p:cNvSpPr/>
          <p:nvPr/>
        </p:nvSpPr>
        <p:spPr>
          <a:xfrm>
            <a:off x="8424000" y="355766"/>
            <a:ext cx="1918472" cy="274551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900" b="0" i="0" spc="-26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9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Y</a:t>
            </a:r>
            <a:r>
              <a:rPr lang="en-US" sz="900" b="0" i="0" spc="209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</a:t>
            </a:r>
            <a:r>
              <a:rPr lang="en-US" sz="9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|</a:t>
            </a:r>
            <a:r>
              <a:rPr lang="en-US" sz="900" b="0" i="0" spc="20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</a:t>
            </a:r>
            <a:r>
              <a:rPr lang="en-US" sz="900" b="0" i="0" spc="-1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B</a:t>
            </a:r>
            <a:r>
              <a:rPr lang="en-US" sz="900" b="0" i="0" spc="-9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ui</a:t>
            </a:r>
            <a:r>
              <a:rPr lang="en-US" sz="9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l</a:t>
            </a:r>
            <a:r>
              <a:rPr lang="en-US" sz="900" b="0" i="0" spc="-9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d</a:t>
            </a:r>
            <a:r>
              <a:rPr lang="en-US" sz="9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i</a:t>
            </a:r>
            <a:r>
              <a:rPr lang="en-US" sz="900" b="0" i="0" spc="-9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ng</a:t>
            </a:r>
            <a:r>
              <a:rPr lang="en-US" sz="9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</a:t>
            </a:r>
            <a:r>
              <a:rPr lang="en-US" sz="900" b="0" i="0" spc="-9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 </a:t>
            </a:r>
            <a:r>
              <a:rPr lang="en-US" sz="9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b</a:t>
            </a:r>
            <a:r>
              <a:rPr lang="en-US" sz="900" b="0" i="0" spc="-15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900" b="0" i="0" spc="-22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900" b="0" i="0" spc="-2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900" b="0" i="0" spc="-9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er</a:t>
            </a:r>
            <a:r>
              <a:rPr lang="en-US" sz="9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</a:t>
            </a:r>
            <a:r>
              <a:rPr lang="en-US" sz="900" b="0" i="0" spc="-25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w</a:t>
            </a:r>
            <a:r>
              <a:rPr lang="en-US" sz="9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</a:t>
            </a:r>
            <a:r>
              <a:rPr lang="en-US" sz="900" b="0" i="0" spc="-9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rki</a:t>
            </a:r>
            <a:r>
              <a:rPr lang="en-US" sz="9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ng</a:t>
            </a:r>
            <a:r>
              <a:rPr lang="en-US" sz="900" b="0" i="0" spc="-9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</a:t>
            </a:r>
            <a:r>
              <a:rPr lang="en-US" sz="900" b="0" i="0" spc="-25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w</a:t>
            </a:r>
            <a:r>
              <a:rPr lang="en-US" sz="900" b="0" i="0" spc="-9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</a:t>
            </a:r>
            <a:r>
              <a:rPr lang="en-US" sz="9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rld</a:t>
            </a:r>
          </a:p>
          <a:p>
            <a:pPr marL="0">
              <a:lnSpc>
                <a:spcPts val="1543"/>
              </a:lnSpc>
            </a:pPr>
            <a:r>
              <a:rPr lang="en-US" sz="800" b="0" i="0" spc="-23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Y is bui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in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g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b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er 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w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rkin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g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w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rld 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b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y </a:t>
            </a:r>
          </a:p>
          <a:p>
            <a:pPr marL="0">
              <a:lnSpc>
                <a:spcPts val="1000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c</a:t>
            </a:r>
            <a:r>
              <a:rPr lang="en-US" sz="800" b="0" i="0" spc="-2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r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ng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n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w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</a:t>
            </a:r>
            <a:r>
              <a:rPr lang="en-US" sz="800" b="0" i="0" spc="-3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v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ue </a:t>
            </a:r>
            <a:r>
              <a:rPr lang="en-US" sz="800" b="0" i="0" spc="-25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f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r cli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n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,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p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l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, </a:t>
            </a:r>
          </a:p>
          <a:p>
            <a:pPr marL="0">
              <a:lnSpc>
                <a:spcPts val="1000"/>
              </a:lnSpc>
            </a:pPr>
            <a:r>
              <a:rPr lang="en-US" sz="800" b="0" i="0" spc="-15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oci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y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and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plan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, while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b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uil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in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g </a:t>
            </a:r>
          </a:p>
          <a:p>
            <a:pPr marL="0">
              <a:lnSpc>
                <a:spcPts val="1000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u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 in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ap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i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l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m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r</a:t>
            </a:r>
            <a:r>
              <a:rPr lang="en-US" sz="800" b="0" i="0" spc="-2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k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s.</a:t>
            </a:r>
          </a:p>
          <a:p>
            <a:pPr marL="0">
              <a:lnSpc>
                <a:spcPts val="1567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Enab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ed 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b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y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da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,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an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d</a:t>
            </a:r>
            <a:r>
              <a:rPr lang="en-US" sz="800" b="0" i="0" spc="-3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v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n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d </a:t>
            </a:r>
          </a:p>
          <a:p>
            <a:pPr marL="0">
              <a:lnSpc>
                <a:spcPts val="1000"/>
              </a:lnSpc>
            </a:pPr>
            <a:r>
              <a:rPr lang="en-US" sz="800" b="0" i="0" spc="-2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hnolo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g</a:t>
            </a:r>
            <a:r>
              <a:rPr lang="en-US" sz="800" b="0" i="0" spc="-6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y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,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Y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ms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elp clie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n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sh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p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 </a:t>
            </a:r>
          </a:p>
          <a:p>
            <a:pPr marL="0">
              <a:lnSpc>
                <a:spcPts val="1000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the fu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u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w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n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f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id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n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 an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d</a:t>
            </a:r>
            <a:r>
              <a:rPr lang="en-US" sz="800" b="0" i="0" spc="-25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v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l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p </a:t>
            </a:r>
          </a:p>
          <a:p>
            <a:pPr marL="0">
              <a:lnSpc>
                <a:spcPts val="1000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an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w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 </a:t>
            </a:r>
            <a:r>
              <a:rPr lang="en-US" sz="800" b="0" i="0" spc="-25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f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r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m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 p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r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in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g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i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u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 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f </a:t>
            </a:r>
          </a:p>
          <a:p>
            <a:pPr marL="0">
              <a:lnSpc>
                <a:spcPts val="1000"/>
              </a:lnSpc>
            </a:pPr>
            <a:r>
              <a:rPr lang="en-US" sz="800" b="0" i="0" spc="-2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od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y an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d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omor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r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</a:t>
            </a:r>
            <a:r>
              <a:rPr lang="en-US" sz="800" b="0" i="0" spc="-6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w.</a:t>
            </a:r>
          </a:p>
          <a:p>
            <a:pPr marL="0">
              <a:lnSpc>
                <a:spcPts val="1567"/>
              </a:lnSpc>
            </a:pPr>
            <a:r>
              <a:rPr lang="en-US" sz="800" b="0" i="0" spc="-23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Y 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ams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w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k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ac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r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 a full 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ectrum 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f </a:t>
            </a:r>
          </a:p>
          <a:p>
            <a:pPr marL="0">
              <a:lnSpc>
                <a:spcPts val="1000"/>
              </a:lnSpc>
            </a:pPr>
            <a:r>
              <a:rPr lang="en-US" sz="800" b="0" i="0" spc="-15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ervi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c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a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u</a:t>
            </a:r>
            <a:r>
              <a:rPr lang="en-US" sz="800" b="0" i="0" spc="-36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n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c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,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ul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in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g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, 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ax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, </a:t>
            </a:r>
          </a:p>
          <a:p>
            <a:pPr marL="0">
              <a:lnSpc>
                <a:spcPts val="1000"/>
              </a:lnSpc>
            </a:pPr>
            <a:r>
              <a:rPr lang="en-US" sz="800" b="0" i="0" spc="-15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36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gy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and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36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an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acti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n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. </a:t>
            </a:r>
            <a:r>
              <a:rPr lang="en-US" sz="800" b="0" i="0" spc="-72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F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u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ele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b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y </a:t>
            </a:r>
          </a:p>
          <a:p>
            <a:pPr marL="0">
              <a:lnSpc>
                <a:spcPts val="1000"/>
              </a:lnSpc>
            </a:pPr>
            <a:r>
              <a:rPr lang="en-US" sz="800" b="0" i="0" spc="-15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ec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or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i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ns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ig</a:t>
            </a:r>
            <a:r>
              <a:rPr lang="en-US" sz="800" b="0" i="0" spc="-11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h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,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g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lo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b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ally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nec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d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, </a:t>
            </a:r>
          </a:p>
          <a:p>
            <a:pPr marL="0">
              <a:lnSpc>
                <a:spcPts val="1000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multidi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p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li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nary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n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w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rk 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d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d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i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v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r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 </a:t>
            </a:r>
          </a:p>
          <a:p>
            <a:pPr marL="0">
              <a:lnSpc>
                <a:spcPts val="1000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c</a:t>
            </a:r>
            <a:r>
              <a:rPr lang="en-US" sz="800" b="0" i="0" spc="-16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y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em 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p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ne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r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, </a:t>
            </a:r>
            <a:r>
              <a:rPr lang="en-US" sz="800" b="0" i="0" spc="-23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Y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13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am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n </a:t>
            </a:r>
          </a:p>
          <a:p>
            <a:pPr marL="0">
              <a:lnSpc>
                <a:spcPts val="1000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p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r</a:t>
            </a:r>
            <a:r>
              <a:rPr lang="en-US" sz="800" b="0" i="0" spc="-22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vide 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r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vi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c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i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n m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</a:t>
            </a:r>
            <a:r>
              <a:rPr lang="en-US" sz="800" b="0" i="0" spc="-2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ha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n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15</a:t>
            </a: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0 </a:t>
            </a:r>
          </a:p>
          <a:p>
            <a:pPr marL="0">
              <a:lnSpc>
                <a:spcPts val="1000"/>
              </a:lnSpc>
            </a:pPr>
            <a:r>
              <a:rPr lang="en-US" sz="800" b="0" i="0" spc="-21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c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u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n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tri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and 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erri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ri</a:t>
            </a:r>
            <a:r>
              <a:rPr lang="en-US" sz="800" b="0" i="0" spc="-15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1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s.</a:t>
            </a:r>
          </a:p>
          <a:p>
            <a:pPr marL="0">
              <a:lnSpc>
                <a:spcPts val="1767"/>
              </a:lnSpc>
            </a:pP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All in </a:t>
            </a:r>
            <a:r>
              <a:rPr lang="en-US" sz="800" b="0" i="0" spc="-2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shap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 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th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fu</a:t>
            </a:r>
            <a:r>
              <a:rPr lang="en-US" sz="800" b="0" i="0" spc="-14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u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r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 wit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h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 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c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o</a:t>
            </a:r>
            <a:r>
              <a:rPr lang="en-US" sz="800" b="0" i="0" spc="-2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n</a:t>
            </a:r>
            <a:r>
              <a:rPr lang="en-US" sz="800" b="0" i="0" spc="-12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f</a:t>
            </a:r>
            <a:r>
              <a:rPr lang="en-US" sz="800" b="0" i="0" spc="-8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iden</a:t>
            </a:r>
            <a:r>
              <a:rPr lang="en-US" sz="800" b="0" i="0" spc="-21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c</a:t>
            </a:r>
            <a:r>
              <a:rPr lang="en-US" sz="800" b="0" i="0" spc="-27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e.</a:t>
            </a:r>
          </a:p>
        </p:txBody>
      </p:sp>
      <p:sp>
        <p:nvSpPr>
          <p:cNvPr id="377" name="Rectangle 377"/>
          <p:cNvSpPr/>
          <p:nvPr/>
        </p:nvSpPr>
        <p:spPr>
          <a:xfrm>
            <a:off x="8424000" y="3282817"/>
            <a:ext cx="1861983" cy="306535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700" b="0" i="0" spc="-2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</a:t>
            </a:r>
            <a:r>
              <a:rPr lang="en-US" sz="700" b="0" i="0" spc="-3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2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the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glo</a:t>
            </a:r>
            <a:r>
              <a:rPr lang="en-US" sz="700" b="0" i="0" spc="-1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 o</a:t>
            </a:r>
            <a:r>
              <a:rPr lang="en-US" sz="700" b="0" i="0" spc="-3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ga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7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z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on, 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m</a:t>
            </a:r>
            <a:r>
              <a:rPr lang="en-US" sz="7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 </a:t>
            </a:r>
          </a:p>
          <a:p>
            <a:pPr marL="0">
              <a:lnSpc>
                <a:spcPts val="900"/>
              </a:lnSpc>
            </a:pPr>
            <a:r>
              <a:rPr lang="en-US" sz="700" b="0" i="0" spc="-3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2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 </a:t>
            </a:r>
            <a:r>
              <a:rPr lang="en-US" sz="7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 o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ne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 mo</a:t>
            </a:r>
            <a:r>
              <a:rPr lang="en-US" sz="700" b="0" i="0" spc="-3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re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,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 t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mem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er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7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700" b="0" i="0" spc="-2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 </a:t>
            </a:r>
          </a:p>
          <a:p>
            <a:pPr marL="0">
              <a:lnSpc>
                <a:spcPts val="900"/>
              </a:lnSpc>
            </a:pP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7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&amp;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8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un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 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Glo</a:t>
            </a:r>
            <a:r>
              <a:rPr lang="en-US" sz="700" b="0" i="0" spc="-1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al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mi</a:t>
            </a:r>
            <a:r>
              <a:rPr lang="en-US" sz="7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, </a:t>
            </a:r>
            <a:r>
              <a:rPr lang="en-US" sz="700" b="0" i="0" spc="-1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 </a:t>
            </a:r>
            <a:r>
              <a:rPr lang="en-US" sz="7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w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ch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i</a:t>
            </a:r>
            <a:r>
              <a:rPr lang="en-US" sz="7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</a:p>
          <a:p>
            <a:pPr marL="0">
              <a:lnSpc>
                <a:spcPts val="900"/>
              </a:lnSpc>
            </a:pP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1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3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2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le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e</a:t>
            </a:r>
            <a:r>
              <a:rPr lang="en-US" sz="7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ti</a:t>
            </a:r>
            <a:r>
              <a:rPr lang="en-US" sz="7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7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. Ern</a:t>
            </a:r>
            <a:r>
              <a:rPr lang="en-US" sz="7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&amp;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8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ou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 Glo</a:t>
            </a:r>
            <a:r>
              <a:rPr lang="en-US" sz="700" b="0" i="0" spc="-1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 </a:t>
            </a:r>
          </a:p>
          <a:p>
            <a:pPr marL="0">
              <a:lnSpc>
                <a:spcPts val="900"/>
              </a:lnSpc>
            </a:pPr>
            <a:r>
              <a:rPr lang="en-US" sz="700" b="0" i="0" spc="-14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Lim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</a:t>
            </a:r>
            <a:r>
              <a:rPr lang="en-US" sz="700" b="0" i="0" spc="-2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ed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,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a UK </a:t>
            </a:r>
            <a:r>
              <a:rPr lang="en-US" sz="700" b="0" i="0" spc="-25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c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om</a:t>
            </a:r>
            <a:r>
              <a:rPr lang="en-US" sz="700" b="0" i="0" spc="-19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p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700" b="0" i="0" spc="-30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y 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l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im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i</a:t>
            </a:r>
            <a:r>
              <a:rPr lang="en-US" sz="700" b="0" i="0" spc="-2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d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</a:t>
            </a:r>
            <a:r>
              <a:rPr lang="en-US" sz="700" b="0" i="0" spc="-2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b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y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 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g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u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700" b="0" i="0" spc="-38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r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a</a:t>
            </a:r>
            <a:r>
              <a:rPr lang="en-US" sz="700" b="0" i="0" spc="-1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n</a:t>
            </a:r>
            <a:r>
              <a:rPr lang="en-US" sz="700" b="0" i="0" spc="-27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t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700" b="0" i="0" spc="-31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e</a:t>
            </a:r>
            <a:r>
              <a:rPr lang="en-US" sz="700" b="0" i="0" spc="0" baseline="0" dirty="0">
                <a:solidFill>
                  <a:srgbClr val="081527"/>
                </a:solidFill>
                <a:latin typeface="EYInterstate Light"/>
                <a:cs typeface="EYInterstate Light"/>
              </a:rPr>
              <a:t>, </a:t>
            </a:r>
          </a:p>
          <a:p>
            <a:pPr marL="0">
              <a:lnSpc>
                <a:spcPts val="900"/>
              </a:lnSpc>
            </a:pP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7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n</a:t>
            </a:r>
            <a:r>
              <a:rPr lang="en-US" sz="7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p</a:t>
            </a:r>
            <a:r>
              <a:rPr lang="en-US" sz="700" b="0" i="0" spc="-3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2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vide </a:t>
            </a:r>
            <a:r>
              <a:rPr lang="en-US" sz="7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erv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70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7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700" b="0" i="0" spc="-2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 c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700" b="0" i="0" spc="-1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. I</a:t>
            </a:r>
            <a:r>
              <a:rPr lang="en-US" sz="7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700" b="0" i="0" spc="-2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rm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io</a:t>
            </a:r>
            <a:r>
              <a:rPr lang="en-US" sz="7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 </a:t>
            </a:r>
          </a:p>
          <a:p>
            <a:pPr marL="0">
              <a:lnSpc>
                <a:spcPts val="900"/>
              </a:lnSpc>
            </a:pP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abo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ut 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700" b="0" i="0" spc="-2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 </a:t>
            </a:r>
            <a:r>
              <a:rPr lang="en-US" sz="70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olle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700" b="0" i="0" spc="-1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an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u</a:t>
            </a:r>
            <a:r>
              <a:rPr lang="en-US" sz="7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se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na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 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 </a:t>
            </a:r>
          </a:p>
          <a:p>
            <a:pPr marL="0">
              <a:lnSpc>
                <a:spcPts val="900"/>
              </a:lnSpc>
            </a:pP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and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a 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7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cri</a:t>
            </a:r>
            <a:r>
              <a:rPr lang="en-US" sz="7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ion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 the 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7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700" b="0" i="0" spc="-1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in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du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ls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7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2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7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</a:p>
          <a:p>
            <a:pPr marL="0">
              <a:lnSpc>
                <a:spcPts val="900"/>
              </a:lnSpc>
            </a:pP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und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er d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700" b="0" i="0" spc="-3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7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ec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ion 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gi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at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a</a:t>
            </a:r>
            <a:r>
              <a:rPr lang="en-US" sz="700" b="0" i="0" spc="-3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7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3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lab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7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</a:p>
          <a:p>
            <a:pPr marL="0">
              <a:lnSpc>
                <a:spcPts val="900"/>
              </a:lnSpc>
            </a:pP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  <a:hlinkClick r:id="rId2"/>
              </a:rPr>
              <a:t>e</a:t>
            </a:r>
            <a:r>
              <a:rPr lang="en-US" sz="700" b="0" i="0" spc="-73" baseline="0" dirty="0">
                <a:solidFill>
                  <a:srgbClr val="081527"/>
                </a:solidFill>
                <a:latin typeface="EYInterstate-Light"/>
                <a:cs typeface="EYInterstate-Light"/>
                <a:hlinkClick r:id="rId2"/>
              </a:rPr>
              <a:t>y</a:t>
            </a:r>
            <a:r>
              <a:rPr lang="en-US" sz="700" b="0" i="0" spc="-29" baseline="0" dirty="0">
                <a:solidFill>
                  <a:srgbClr val="081527"/>
                </a:solidFill>
                <a:latin typeface="EYInterstate-Light"/>
                <a:cs typeface="EYInterstate-Light"/>
                <a:hlinkClick r:id="rId2"/>
              </a:rPr>
              <a:t>.</a:t>
            </a:r>
            <a:r>
              <a:rPr lang="en-US" sz="700" b="0" i="0" spc="-25" baseline="0" dirty="0">
                <a:solidFill>
                  <a:srgbClr val="081527"/>
                </a:solidFill>
                <a:latin typeface="EYInterstate-Light"/>
                <a:cs typeface="EYInterstate-Light"/>
                <a:hlinkClick r:id="rId2"/>
              </a:rPr>
              <a:t>c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  <a:hlinkClick r:id="rId2"/>
              </a:rPr>
              <a:t>o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  <a:hlinkClick r:id="rId2"/>
              </a:rPr>
              <a:t>m</a:t>
            </a:r>
            <a:r>
              <a:rPr lang="en-US" sz="700" b="0" i="0" spc="-63" baseline="0" dirty="0">
                <a:solidFill>
                  <a:srgbClr val="081527"/>
                </a:solidFill>
                <a:latin typeface="EYInterstate-Light"/>
                <a:cs typeface="EYInterstate-Light"/>
                <a:hlinkClick r:id="rId2"/>
              </a:rPr>
              <a:t>/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  <a:hlinkClick r:id="rId2"/>
              </a:rPr>
              <a:t>pri</a:t>
            </a:r>
            <a:r>
              <a:rPr lang="en-US" sz="700" b="0" i="0" spc="-33" baseline="0" dirty="0">
                <a:solidFill>
                  <a:srgbClr val="081527"/>
                </a:solidFill>
                <a:latin typeface="EYInterstate-Light"/>
                <a:cs typeface="EYInterstate-Light"/>
                <a:hlinkClick r:id="rId2"/>
              </a:rPr>
              <a:t>v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  <a:hlinkClick r:id="rId2"/>
              </a:rPr>
              <a:t>a</a:t>
            </a:r>
            <a:r>
              <a:rPr lang="en-US" sz="700" b="0" i="0" spc="-19" baseline="0" dirty="0">
                <a:solidFill>
                  <a:srgbClr val="081527"/>
                </a:solidFill>
                <a:latin typeface="EYInterstate-Light"/>
                <a:cs typeface="EYInterstate-Light"/>
                <a:hlinkClick r:id="rId2"/>
              </a:rPr>
              <a:t>c</a:t>
            </a:r>
            <a:r>
              <a:rPr lang="en-US" sz="700" b="0" i="0" spc="-73" baseline="0" dirty="0">
                <a:solidFill>
                  <a:srgbClr val="081527"/>
                </a:solidFill>
                <a:latin typeface="EYInterstate-Light"/>
                <a:cs typeface="EYInterstate-Light"/>
                <a:hlinkClick r:id="rId2"/>
              </a:rPr>
              <a:t>y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. </a:t>
            </a:r>
            <a:r>
              <a:rPr lang="en-US" sz="700" b="0" i="0" spc="-2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member </a:t>
            </a:r>
            <a:r>
              <a:rPr lang="en-US" sz="7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rms 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 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70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7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 </a:t>
            </a:r>
          </a:p>
          <a:p>
            <a:pPr marL="0">
              <a:lnSpc>
                <a:spcPts val="900"/>
              </a:lnSpc>
            </a:pP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700" b="0" i="0" spc="-3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act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70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l</a:t>
            </a:r>
            <a:r>
              <a:rPr lang="en-US" sz="7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3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700" b="0" i="0" spc="-3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ohibi</a:t>
            </a:r>
            <a:r>
              <a:rPr lang="en-US" sz="7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ed </a:t>
            </a:r>
            <a:r>
              <a:rPr lang="en-US" sz="7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lo</a:t>
            </a:r>
            <a:r>
              <a:rPr lang="en-US" sz="70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7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w</a:t>
            </a:r>
            <a:r>
              <a:rPr lang="en-US" sz="7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.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7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7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 </a:t>
            </a:r>
          </a:p>
          <a:p>
            <a:pPr marL="0">
              <a:lnSpc>
                <a:spcPts val="900"/>
              </a:lnSpc>
            </a:pP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mo</a:t>
            </a:r>
            <a:r>
              <a:rPr lang="en-US" sz="700" b="0" i="0" spc="-3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70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700" b="0" i="0" spc="-2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rma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io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bou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o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 o</a:t>
            </a:r>
            <a:r>
              <a:rPr lang="en-US" sz="700" b="0" i="0" spc="-3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700" b="0" i="0" spc="-2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z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at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on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,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700" b="0" i="0" spc="-1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7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2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 </a:t>
            </a:r>
          </a:p>
          <a:p>
            <a:pPr marL="0">
              <a:lnSpc>
                <a:spcPts val="900"/>
              </a:lnSpc>
            </a:pPr>
            <a:r>
              <a:rPr lang="en-US" sz="70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7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700" b="0" i="0" spc="-2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.</a:t>
            </a:r>
            <a:r>
              <a:rPr lang="en-US" sz="70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m.</a:t>
            </a:r>
          </a:p>
          <a:p>
            <a:pPr marL="0">
              <a:lnSpc>
                <a:spcPts val="1367"/>
              </a:lnSpc>
            </a:pPr>
            <a:r>
              <a:rPr lang="en-US" sz="7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© </a:t>
            </a:r>
            <a:r>
              <a:rPr lang="en-US" sz="700" b="0" i="0" spc="-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20</a:t>
            </a:r>
            <a:r>
              <a:rPr lang="en-US" sz="7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2</a:t>
            </a:r>
            <a:r>
              <a:rPr lang="en-US" sz="700" b="0" i="0" spc="-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5 </a:t>
            </a:r>
            <a:r>
              <a:rPr lang="en-US" sz="700" b="0" i="0" spc="-1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YGM </a:t>
            </a:r>
            <a:r>
              <a:rPr lang="en-US" sz="7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700" b="0" i="0" spc="-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imi</a:t>
            </a:r>
            <a:r>
              <a:rPr lang="en-US" sz="70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7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. </a:t>
            </a:r>
          </a:p>
          <a:p>
            <a:pPr marL="0">
              <a:lnSpc>
                <a:spcPts val="800"/>
              </a:lnSpc>
            </a:pPr>
            <a:r>
              <a:rPr lang="en-US" sz="7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ll </a:t>
            </a:r>
            <a:r>
              <a:rPr lang="en-US" sz="700" b="0" i="0" spc="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700" b="0" i="0" spc="-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700" b="0" i="0" spc="-1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700" b="0" i="0" spc="-1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 </a:t>
            </a:r>
            <a:r>
              <a:rPr lang="en-US" sz="700" b="0" i="0" spc="-2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700" b="0" i="0" spc="-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er</a:t>
            </a:r>
            <a:r>
              <a:rPr lang="en-US" sz="700" b="0" i="0" spc="-1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</a:t>
            </a:r>
            <a:r>
              <a:rPr lang="en-US" sz="700" b="0" i="0" spc="-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d.</a:t>
            </a:r>
          </a:p>
          <a:p>
            <a:pPr marL="0">
              <a:lnSpc>
                <a:spcPts val="1367"/>
              </a:lnSpc>
            </a:pPr>
            <a:r>
              <a:rPr lang="en-US" sz="7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</a:t>
            </a:r>
            <a:r>
              <a:rPr lang="en-US" sz="700" b="0" i="0" spc="-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MC Ag</a:t>
            </a:r>
            <a:r>
              <a:rPr lang="en-US" sz="7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en</a:t>
            </a:r>
            <a:r>
              <a:rPr lang="en-US" sz="70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7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700" b="0" i="0" spc="-1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 </a:t>
            </a:r>
          </a:p>
          <a:p>
            <a:pPr marL="0">
              <a:lnSpc>
                <a:spcPts val="800"/>
              </a:lnSpc>
            </a:pPr>
            <a:r>
              <a:rPr lang="en-US" sz="700" b="0" i="0" spc="-1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7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22</a:t>
            </a:r>
            <a:r>
              <a:rPr lang="en-US" sz="7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1</a:t>
            </a:r>
            <a:r>
              <a:rPr lang="en-US" sz="700" b="0" i="0" spc="-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051</a:t>
            </a:r>
            <a:r>
              <a:rPr lang="en-US" sz="7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3</a:t>
            </a:r>
            <a:r>
              <a:rPr lang="en-US" sz="700" b="0" i="0" spc="-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03</a:t>
            </a:r>
          </a:p>
          <a:p>
            <a:pPr marL="0">
              <a:lnSpc>
                <a:spcPts val="1083"/>
              </a:lnSpc>
            </a:pPr>
            <a:r>
              <a:rPr lang="en-US" sz="700" b="0" i="0" spc="-1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700" b="0" i="0" spc="-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 n</a:t>
            </a:r>
            <a:r>
              <a:rPr lang="en-US" sz="70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700" b="0" i="0" spc="-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. </a:t>
            </a:r>
            <a:r>
              <a:rPr lang="en-US" sz="7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0</a:t>
            </a:r>
            <a:r>
              <a:rPr lang="en-US" sz="700" b="0" i="0" spc="-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076</a:t>
            </a:r>
            <a:r>
              <a:rPr lang="en-US" sz="7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2</a:t>
            </a:r>
            <a:r>
              <a:rPr lang="en-US" sz="700" b="0" i="0" spc="-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0</a:t>
            </a:r>
            <a:r>
              <a:rPr lang="en-US" sz="7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-</a:t>
            </a:r>
            <a:r>
              <a:rPr lang="en-US" sz="700" b="0" i="0" spc="-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2</a:t>
            </a:r>
            <a:r>
              <a:rPr lang="en-US" sz="7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5</a:t>
            </a:r>
            <a:r>
              <a:rPr lang="en-US" sz="700" b="0" i="0" spc="-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Gbl</a:t>
            </a:r>
          </a:p>
          <a:p>
            <a:pPr marL="0">
              <a:lnSpc>
                <a:spcPts val="1283"/>
              </a:lnSpc>
            </a:pPr>
            <a:r>
              <a:rPr lang="en-US" sz="7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ED</a:t>
            </a:r>
            <a:r>
              <a:rPr lang="en-US" sz="700" b="0" i="0" spc="-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No</a:t>
            </a:r>
            <a:r>
              <a:rPr lang="en-US" sz="7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ne</a:t>
            </a:r>
          </a:p>
          <a:p>
            <a:pPr marL="0">
              <a:lnSpc>
                <a:spcPts val="1068"/>
              </a:lnSpc>
            </a:pPr>
            <a:r>
              <a:rPr lang="en-US" sz="650" b="0" i="0" spc="-2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his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ma</a:t>
            </a:r>
            <a:r>
              <a:rPr lang="en-US" sz="650" b="0" i="0" spc="-2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b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 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650" b="0" i="0" spc="-2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650" b="0" i="0" spc="-18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650" b="0" i="0" spc="-2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65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or 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650" b="0" i="0" spc="-3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65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 </a:t>
            </a:r>
          </a:p>
          <a:p>
            <a:pPr marL="0">
              <a:lnSpc>
                <a:spcPts val="800"/>
              </a:lnSpc>
            </a:pP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65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65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orm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at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nal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p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urp</a:t>
            </a:r>
            <a:r>
              <a:rPr lang="en-US" sz="650" b="0" i="0" spc="-1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ose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nl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a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nd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i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n</a:t>
            </a:r>
            <a:r>
              <a:rPr lang="en-US" sz="65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i</a:t>
            </a:r>
            <a:r>
              <a:rPr lang="en-US" sz="65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65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nd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 </a:t>
            </a:r>
            <a:r>
              <a:rPr lang="en-US" sz="65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65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 </a:t>
            </a:r>
          </a:p>
          <a:p>
            <a:pPr marL="0">
              <a:lnSpc>
                <a:spcPts val="800"/>
              </a:lnSpc>
            </a:pP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b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 </a:t>
            </a:r>
            <a:r>
              <a:rPr lang="en-US" sz="650" b="0" i="0" spc="-2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 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as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a</a:t>
            </a:r>
            <a:r>
              <a:rPr lang="en-US" sz="65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cc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65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ti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g,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65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ax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,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ga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l o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 </a:t>
            </a:r>
            <a:r>
              <a:rPr lang="en-US" sz="65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he</a:t>
            </a:r>
            <a:r>
              <a:rPr lang="en-US" sz="65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 </a:t>
            </a:r>
          </a:p>
          <a:p>
            <a:pPr marL="0">
              <a:lnSpc>
                <a:spcPts val="800"/>
              </a:lnSpc>
            </a:pP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</a:t>
            </a:r>
            <a:r>
              <a:rPr lang="en-US" sz="650" b="0" i="0" spc="-2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650" b="0" i="0" spc="-2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65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650" b="0" i="0" spc="-1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si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al a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vi</a:t>
            </a:r>
            <a:r>
              <a:rPr lang="en-US" sz="65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650" b="0" i="0" spc="-2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.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Pl</a:t>
            </a:r>
            <a:r>
              <a:rPr lang="en-US" sz="650" b="0" i="0" spc="-1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650" b="0" i="0" spc="-1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650" b="0" i="0" spc="-2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65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65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650" b="0" i="0" spc="-2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t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650" b="0" i="0" spc="-2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u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ad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vi</a:t>
            </a:r>
            <a:r>
              <a:rPr lang="en-US" sz="650" b="0" i="0" spc="-1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650" b="0" i="0" spc="-25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650" b="0" i="0" spc="-2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o</a:t>
            </a:r>
            <a:r>
              <a:rPr lang="en-US" sz="65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r </a:t>
            </a:r>
          </a:p>
          <a:p>
            <a:pPr marL="0">
              <a:lnSpc>
                <a:spcPts val="800"/>
              </a:lnSpc>
            </a:pP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sp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ci</a:t>
            </a:r>
            <a:r>
              <a:rPr lang="en-US" sz="650" b="0" i="0" spc="-16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f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ic 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a</a:t>
            </a:r>
            <a:r>
              <a:rPr lang="en-US" sz="650" b="0" i="0" spc="-13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dv</a:t>
            </a:r>
            <a:r>
              <a:rPr lang="en-US" sz="650" b="0" i="0" spc="-12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i</a:t>
            </a:r>
            <a:r>
              <a:rPr lang="en-US" sz="650" b="0" i="0" spc="-24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c</a:t>
            </a:r>
            <a:r>
              <a:rPr lang="en-US" sz="650" b="0" i="0" spc="-29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e.</a:t>
            </a:r>
          </a:p>
          <a:p>
            <a:pPr marL="0">
              <a:lnSpc>
                <a:spcPts val="1450"/>
              </a:lnSpc>
            </a:pPr>
            <a:r>
              <a:rPr lang="en-US" sz="1000" b="1" i="0" spc="-32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e</a:t>
            </a:r>
            <a:r>
              <a:rPr lang="en-US" sz="1000" b="1" i="0" spc="-99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y</a:t>
            </a:r>
            <a:r>
              <a:rPr lang="en-US" sz="1000" b="1" i="0" spc="-33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.</a:t>
            </a:r>
            <a:r>
              <a:rPr lang="en-US" sz="1000" b="1" i="0" spc="-22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c</a:t>
            </a:r>
            <a:r>
              <a:rPr lang="en-US" sz="1000" b="1" i="0" spc="-9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om</a:t>
            </a:r>
          </a:p>
        </p:txBody>
      </p:sp>
      <p:sp>
        <p:nvSpPr>
          <p:cNvPr id="378" name="Rectangle 378"/>
          <p:cNvSpPr/>
          <p:nvPr/>
        </p:nvSpPr>
        <p:spPr>
          <a:xfrm>
            <a:off x="1660635" y="379204"/>
            <a:ext cx="6450059" cy="242962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3229114" algn="l"/>
                <a:tab pos="5674754" algn="l"/>
              </a:tabLst>
            </a:pPr>
            <a:r>
              <a:rPr lang="en-US" sz="700" b="0" i="0" spc="0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Qu</a:t>
            </a:r>
            <a:r>
              <a:rPr lang="en-US" sz="700" b="0" i="0" spc="-6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es</a:t>
            </a:r>
            <a:r>
              <a:rPr lang="en-US" sz="700" b="0" i="0" spc="0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tion	</a:t>
            </a:r>
            <a:r>
              <a:rPr lang="en-US" sz="700" b="0" i="0" spc="-19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R</a:t>
            </a:r>
            <a:r>
              <a:rPr lang="en-US" sz="700" b="0" i="0" spc="0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ationale	</a:t>
            </a:r>
            <a:r>
              <a:rPr lang="en-US" sz="1060" b="0" i="0" spc="7" baseline="71399" dirty="0">
                <a:solidFill>
                  <a:srgbClr val="FFFFFF"/>
                </a:solidFill>
                <a:latin typeface="EYInterstate-Regular"/>
                <a:cs typeface="EYInterstate-Regular"/>
              </a:rPr>
              <a:t>D</a:t>
            </a:r>
            <a:r>
              <a:rPr lang="en-US" sz="1060" b="0" i="0" spc="0" baseline="71399" dirty="0">
                <a:solidFill>
                  <a:srgbClr val="FFFFFF"/>
                </a:solidFill>
                <a:latin typeface="EYInterstate-Regular"/>
                <a:cs typeface="EYInterstate-Regular"/>
              </a:rPr>
              <a:t>id </a:t>
            </a:r>
            <a:r>
              <a:rPr lang="en-US" sz="1060" b="0" i="0" spc="-17" baseline="71399" dirty="0">
                <a:solidFill>
                  <a:srgbClr val="FFFFFF"/>
                </a:solidFill>
                <a:latin typeface="EYInterstate-Regular"/>
                <a:cs typeface="EYInterstate-Regular"/>
              </a:rPr>
              <a:t>y</a:t>
            </a:r>
            <a:r>
              <a:rPr lang="en-US" sz="1060" b="0" i="0" spc="0" baseline="71399" dirty="0">
                <a:solidFill>
                  <a:srgbClr val="FFFFFF"/>
                </a:solidFill>
                <a:latin typeface="EYInterstate-Regular"/>
                <a:cs typeface="EYInterstate-Regular"/>
              </a:rPr>
              <a:t>ou </a:t>
            </a:r>
            <a:r>
              <a:rPr lang="en-US" sz="1060" b="0" i="0" spc="-12" baseline="71399" dirty="0">
                <a:solidFill>
                  <a:srgbClr val="FFFFFF"/>
                </a:solidFill>
                <a:latin typeface="EYInterstate-Regular"/>
                <a:cs typeface="EYInterstate-Regular"/>
              </a:rPr>
              <a:t>c</a:t>
            </a:r>
            <a:r>
              <a:rPr lang="en-US" sz="1060" b="0" i="0" spc="0" baseline="71399" dirty="0">
                <a:solidFill>
                  <a:srgbClr val="FFFFFF"/>
                </a:solidFill>
                <a:latin typeface="EYInterstate-Regular"/>
                <a:cs typeface="EYInterstate-Regular"/>
              </a:rPr>
              <a:t>onsider  </a:t>
            </a:r>
          </a:p>
          <a:p>
            <a:pPr marL="5582742">
              <a:lnSpc>
                <a:spcPts val="500"/>
              </a:lnSpc>
            </a:pPr>
            <a:r>
              <a:rPr lang="en-US" sz="700" b="0" i="0" spc="0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asking this qu</a:t>
            </a:r>
            <a:r>
              <a:rPr lang="en-US" sz="700" b="0" i="0" spc="-7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e</a:t>
            </a:r>
            <a:r>
              <a:rPr lang="en-US" sz="700" b="0" i="0" spc="-6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s</a:t>
            </a:r>
            <a:r>
              <a:rPr lang="en-US" sz="700" b="0" i="0" spc="0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tio</a:t>
            </a:r>
            <a:r>
              <a:rPr lang="en-US" sz="700" b="0" i="0" spc="-38" baseline="0" dirty="0">
                <a:solidFill>
                  <a:srgbClr val="FFFFFF"/>
                </a:solidFill>
                <a:latin typeface="EYInterstate-Regular"/>
                <a:cs typeface="EYInterstate-Regular"/>
              </a:rPr>
              <a:t>n?</a:t>
            </a:r>
          </a:p>
        </p:txBody>
      </p:sp>
      <p:sp>
        <p:nvSpPr>
          <p:cNvPr id="379" name="Rectangle 379"/>
          <p:cNvSpPr/>
          <p:nvPr/>
        </p:nvSpPr>
        <p:spPr>
          <a:xfrm>
            <a:off x="381000" y="670845"/>
            <a:ext cx="6601256" cy="62128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1" i="0" spc="-27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B</a:t>
            </a:r>
            <a:r>
              <a:rPr lang="en-US" sz="800" b="1" i="0" spc="-37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o</a:t>
            </a:r>
            <a:r>
              <a:rPr lang="en-US" sz="800" b="1" i="0" spc="-19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x</a:t>
            </a:r>
            <a:r>
              <a:rPr lang="en-US" sz="800" b="1" i="0" spc="-20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 D</a:t>
            </a:r>
          </a:p>
          <a:p>
            <a:pPr marL="119380">
              <a:lnSpc>
                <a:spcPts val="1539"/>
              </a:lnSpc>
              <a:tabLst>
                <a:tab pos="387299" algn="l"/>
                <a:tab pos="2639771" algn="l"/>
              </a:tabLst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	</a:t>
            </a:r>
            <a:r>
              <a:rPr lang="en-US" sz="1212" b="0" i="0" spc="-14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W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 a</a:t>
            </a:r>
            <a:r>
              <a:rPr lang="en-US" sz="1212" b="0" i="0" spc="-2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b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23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20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f 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23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1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B</a:t>
            </a:r>
            <a:r>
              <a:rPr lang="en-US" sz="1212" b="0" i="0" spc="0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?	</a:t>
            </a:r>
            <a:r>
              <a:rPr lang="en-US" sz="1212" b="0" i="0" spc="-1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he p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rp</a:t>
            </a:r>
            <a:r>
              <a:rPr lang="en-US" sz="1212" b="0" i="0" spc="-15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os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1212" b="0" i="0" spc="-20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f th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1212" b="0" i="0" spc="-23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B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 is </a:t>
            </a:r>
            <a:r>
              <a:rPr lang="en-US" sz="1212" b="0" i="0" spc="-24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2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k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de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ci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on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1212" b="0" i="0" spc="-2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23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23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 im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le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me</a:t>
            </a:r>
            <a:r>
              <a:rPr lang="en-US" sz="1212" b="0" i="0" spc="-11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212" b="0" i="0" spc="-20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at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io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20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 c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ng</a:t>
            </a:r>
            <a:r>
              <a:rPr lang="en-US" sz="1212" b="0" i="0" spc="-15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1212" b="0" i="0" spc="-23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 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th</a:t>
            </a:r>
            <a:r>
              <a:rPr lang="en-US" sz="1212" b="0" i="0" spc="0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</a:p>
          <a:p>
            <a:pPr marL="2639771">
              <a:lnSpc>
                <a:spcPts val="1100"/>
              </a:lnSpc>
            </a:pP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uction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. I</a:t>
            </a:r>
            <a:r>
              <a:rPr lang="en-US" sz="800" b="0" i="0" spc="-1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i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th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 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 a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1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,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nbia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nd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</a:p>
          <a:p>
            <a:pPr marL="2639771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autho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ma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ecision</a:t>
            </a:r>
            <a:r>
              <a:rPr lang="en-US" sz="800" b="0" i="0" spc="-1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s.</a:t>
            </a:r>
          </a:p>
        </p:txBody>
      </p:sp>
      <p:sp>
        <p:nvSpPr>
          <p:cNvPr id="380" name="Rectangle 380"/>
          <p:cNvSpPr/>
          <p:nvPr/>
        </p:nvSpPr>
        <p:spPr>
          <a:xfrm>
            <a:off x="7276185" y="892841"/>
            <a:ext cx="157205" cy="3611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8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</a:p>
          <a:p>
            <a:pPr marL="0">
              <a:lnSpc>
                <a:spcPts val="1800"/>
              </a:lnSpc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No</a:t>
            </a:r>
          </a:p>
        </p:txBody>
      </p:sp>
      <p:sp>
        <p:nvSpPr>
          <p:cNvPr id="381" name="Rectangle 381"/>
          <p:cNvSpPr/>
          <p:nvPr/>
        </p:nvSpPr>
        <p:spPr>
          <a:xfrm>
            <a:off x="502310" y="1342421"/>
            <a:ext cx="2285736" cy="2849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66090" algn="l"/>
              </a:tabLst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B	</a:t>
            </a:r>
            <a:r>
              <a:rPr lang="en-US" sz="1212" b="0" i="0" spc="-14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W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h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at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 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1212" b="0" i="0" spc="-2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e 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h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e qu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li</a:t>
            </a:r>
            <a:r>
              <a:rPr lang="en-US" sz="1212" b="0" i="0" spc="0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f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i</a:t>
            </a:r>
            <a:r>
              <a:rPr lang="en-US" sz="1212" b="0" i="0" spc="-21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c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tion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s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 </a:t>
            </a:r>
            <a:r>
              <a:rPr lang="en-US" sz="1212" b="0" i="0" spc="-25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f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o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r </a:t>
            </a:r>
            <a:r>
              <a:rPr lang="en-US" sz="1212" b="0" i="0" spc="-15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s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er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v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i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n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g on 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h</a:t>
            </a:r>
            <a:r>
              <a:rPr lang="en-US" sz="1212" b="0" i="0" spc="0" baseline="12500" dirty="0">
                <a:solidFill>
                  <a:srgbClr val="231F20"/>
                </a:solidFill>
                <a:latin typeface="EYInterstate Light"/>
                <a:cs typeface="EYInterstate Light"/>
              </a:rPr>
              <a:t>e </a:t>
            </a:r>
          </a:p>
          <a:p>
            <a:pPr marL="266090">
              <a:lnSpc>
                <a:spcPts val="1100"/>
              </a:lnSpc>
            </a:pP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1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B?</a:t>
            </a:r>
          </a:p>
        </p:txBody>
      </p:sp>
      <p:sp>
        <p:nvSpPr>
          <p:cNvPr id="382" name="Rectangle 382"/>
          <p:cNvSpPr/>
          <p:nvPr/>
        </p:nvSpPr>
        <p:spPr>
          <a:xfrm>
            <a:off x="3020872" y="1342421"/>
            <a:ext cx="4005732" cy="10469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1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he qual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f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ti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ns 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f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be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16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ving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n the Ch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nge 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ol </a:t>
            </a:r>
            <a:r>
              <a:rPr lang="en-US" sz="800" b="0" i="0" spc="-14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B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-30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d </a:t>
            </a:r>
            <a:r>
              <a:rPr lang="en-US" sz="800" b="0" i="0" spc="-31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(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C</a:t>
            </a:r>
            <a:r>
              <a:rPr lang="en-US" sz="800" b="0" i="0" spc="-1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B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)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a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 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16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ss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e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a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 Light"/>
                <a:cs typeface="EYInterstate Light"/>
              </a:rPr>
              <a:t>l </a:t>
            </a:r>
          </a:p>
          <a:p>
            <a:pPr marL="0">
              <a:lnSpc>
                <a:spcPts val="1200"/>
              </a:lnSpc>
            </a:pPr>
            <a:r>
              <a:rPr lang="en-US" sz="800" b="0" i="0" spc="-2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or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3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alua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ei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1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en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,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in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iv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du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a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spons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ble </a:t>
            </a:r>
            <a:r>
              <a:rPr lang="en-US" sz="800" b="0" i="0" spc="-2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or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ak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ing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ion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</a:p>
          <a:p>
            <a:pPr marL="0">
              <a:lnSpc>
                <a:spcPts val="1200"/>
              </a:lnSpc>
            </a:pP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ega</a:t>
            </a:r>
            <a:r>
              <a:rPr lang="en-US" sz="800" b="0" i="0" spc="-3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ding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 th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p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oduc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ion e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. </a:t>
            </a:r>
            <a:r>
              <a:rPr lang="en-US" sz="800" b="0" i="0" spc="-89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 ens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2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f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th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</a:p>
          <a:p>
            <a:pPr marL="0">
              <a:lnSpc>
                <a:spcPts val="1200"/>
              </a:lnSpc>
            </a:pP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1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, it is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1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se</a:t>
            </a:r>
            <a:r>
              <a:rPr lang="en-US" sz="800" b="0" i="0" spc="-1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he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3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ining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 w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 unde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nd the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ov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3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ch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ang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</a:p>
          <a:p>
            <a:pPr marL="0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managem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es</a:t>
            </a:r>
            <a:r>
              <a:rPr lang="en-US" sz="800" b="0" i="0" spc="-1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. Ad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ion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ll</a:t>
            </a:r>
            <a:r>
              <a:rPr lang="en-US" sz="800" b="0" i="0" spc="-6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,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CB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be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m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 p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osses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in-de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wl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ge 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f </a:t>
            </a:r>
          </a:p>
          <a:p>
            <a:pPr marL="0">
              <a:lnSpc>
                <a:spcPts val="1200"/>
              </a:lnSpc>
            </a:pP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job 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ibiliti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an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the 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1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f 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ch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ng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be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ng im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leme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3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yN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w </a:t>
            </a:r>
          </a:p>
          <a:p>
            <a:pPr marL="0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pli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ation.</a:t>
            </a:r>
          </a:p>
        </p:txBody>
      </p:sp>
      <p:sp>
        <p:nvSpPr>
          <p:cNvPr id="383" name="Rectangle 383"/>
          <p:cNvSpPr/>
          <p:nvPr/>
        </p:nvSpPr>
        <p:spPr>
          <a:xfrm>
            <a:off x="7276286" y="1685321"/>
            <a:ext cx="157205" cy="3611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8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</a:p>
          <a:p>
            <a:pPr marL="0">
              <a:lnSpc>
                <a:spcPts val="1800"/>
              </a:lnSpc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No</a:t>
            </a:r>
          </a:p>
        </p:txBody>
      </p:sp>
      <p:sp>
        <p:nvSpPr>
          <p:cNvPr id="384" name="Rectangle 384"/>
          <p:cNvSpPr/>
          <p:nvPr/>
        </p:nvSpPr>
        <p:spPr>
          <a:xfrm>
            <a:off x="503427" y="2439701"/>
            <a:ext cx="2209241" cy="2849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65074" algn="l"/>
              </a:tabLst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C	</a:t>
            </a:r>
            <a:r>
              <a:rPr lang="en-US" sz="1212" b="0" i="0" spc="-14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W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at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2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ri</a:t>
            </a:r>
            <a:r>
              <a:rPr lang="en-US" sz="1212" b="0" i="0" spc="-23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a 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pplie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24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b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y t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1212" b="0" i="0" spc="-23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B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25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0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r </a:t>
            </a:r>
          </a:p>
          <a:p>
            <a:pPr marL="265074">
              <a:lnSpc>
                <a:spcPts val="1100"/>
              </a:lnSpc>
            </a:pP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vin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g 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ch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equ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es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t?</a:t>
            </a:r>
          </a:p>
        </p:txBody>
      </p:sp>
      <p:sp>
        <p:nvSpPr>
          <p:cNvPr id="385" name="Rectangle 385"/>
          <p:cNvSpPr/>
          <p:nvPr/>
        </p:nvSpPr>
        <p:spPr>
          <a:xfrm>
            <a:off x="3020974" y="2439701"/>
            <a:ext cx="3713734" cy="4373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Similar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 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izing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he ch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nge 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q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est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, 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s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ou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 </a:t>
            </a:r>
            <a:r>
              <a:rPr lang="en-US" sz="800" b="0" i="0" spc="-2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a 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1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 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gu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</a:p>
          <a:p>
            <a:pPr marL="0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cri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eri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 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wh</a:t>
            </a:r>
            <a:r>
              <a:rPr lang="en-US" sz="800" b="0" i="0" spc="-1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the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nd when 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mp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ange i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he p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du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io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 </a:t>
            </a:r>
          </a:p>
          <a:p>
            <a:pPr marL="0">
              <a:lnSpc>
                <a:spcPts val="1200"/>
              </a:lnSpc>
            </a:pP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vi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onm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t.</a:t>
            </a:r>
          </a:p>
        </p:txBody>
      </p:sp>
      <p:sp>
        <p:nvSpPr>
          <p:cNvPr id="386" name="Rectangle 386"/>
          <p:cNvSpPr/>
          <p:nvPr/>
        </p:nvSpPr>
        <p:spPr>
          <a:xfrm>
            <a:off x="7276388" y="2477801"/>
            <a:ext cx="157205" cy="3611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8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</a:p>
          <a:p>
            <a:pPr marL="0">
              <a:lnSpc>
                <a:spcPts val="1800"/>
              </a:lnSpc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No</a:t>
            </a:r>
          </a:p>
        </p:txBody>
      </p:sp>
      <p:sp>
        <p:nvSpPr>
          <p:cNvPr id="387" name="Rectangle 387"/>
          <p:cNvSpPr/>
          <p:nvPr/>
        </p:nvSpPr>
        <p:spPr>
          <a:xfrm>
            <a:off x="502310" y="2927381"/>
            <a:ext cx="6644863" cy="7421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66293" algn="l"/>
                <a:tab pos="2518765" algn="l"/>
              </a:tabLst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D	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22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w 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1212" b="0" i="0" spc="-23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CB 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pp</a:t>
            </a:r>
            <a:r>
              <a:rPr lang="en-US" sz="1212" b="0" i="0" spc="-2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22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30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al d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11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ume</a:t>
            </a:r>
            <a:r>
              <a:rPr lang="en-US" sz="1212" b="0" i="0" spc="-11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212" b="0" i="0" spc="-23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ed</a:t>
            </a:r>
            <a:r>
              <a:rPr lang="en-US" sz="1212" b="0" i="0" spc="0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?	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1212" b="0" i="0" spc="-15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4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’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 i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po</a:t>
            </a:r>
            <a:r>
              <a:rPr lang="en-US" sz="1212" b="0" i="0" spc="0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19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12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23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 u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nd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23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16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212" b="0" i="0" spc="-20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th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1212" b="0" i="0" spc="-16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1212" b="0" i="0" spc="-20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f </a:t>
            </a:r>
            <a:r>
              <a:rPr lang="en-US" sz="1212" b="0" i="0" spc="-16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212" b="0" i="0" spc="-20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1212" b="0" i="0" spc="-21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36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w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2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23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oo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1212" b="0" i="0" spc="-1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,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 su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h 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s I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1212" b="0" i="0" spc="-15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k 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ic</a:t>
            </a:r>
            <a:r>
              <a:rPr lang="en-US" sz="1212" b="0" i="0" spc="-2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k</a:t>
            </a:r>
            <a:r>
              <a:rPr lang="en-US" sz="1212" b="0" i="0" spc="-14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ng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23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oo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1212" b="0" i="0" spc="-1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212" b="0" i="0" spc="0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, </a:t>
            </a:r>
          </a:p>
          <a:p>
            <a:pPr marL="2518765">
              <a:lnSpc>
                <a:spcPts val="1100"/>
              </a:lnSpc>
            </a:pP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if a</a:t>
            </a:r>
            <a:r>
              <a:rPr lang="en-US" sz="800" b="0" i="0" spc="-2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6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, u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i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p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es</a:t>
            </a:r>
            <a:r>
              <a:rPr lang="en-US" sz="800" b="0" i="0" spc="-1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.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iona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6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,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dit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ng 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q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ui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ing do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me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vid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</a:p>
          <a:p>
            <a:pPr marL="2518765">
              <a:lnSpc>
                <a:spcPts val="1200"/>
              </a:lnSpc>
            </a:pP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hat a </a:t>
            </a:r>
            <a:r>
              <a:rPr lang="en-US" sz="800" b="0" i="0" spc="-2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ti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vi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 is pe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d. If 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ee do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n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h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do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me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9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ai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,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the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 </a:t>
            </a:r>
          </a:p>
          <a:p>
            <a:pPr marL="2518765">
              <a:lnSpc>
                <a:spcPts val="1200"/>
              </a:lnSpc>
            </a:pP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ann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lu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de th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he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ivi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 o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ed. 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ely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ng </a:t>
            </a:r>
            <a:r>
              <a:rPr lang="en-US" sz="800" b="0" i="0" spc="-1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olely on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nqu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ry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n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ll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ow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 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</a:p>
          <a:p>
            <a:pPr marL="2518765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audi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3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1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s.</a:t>
            </a:r>
          </a:p>
        </p:txBody>
      </p:sp>
      <p:sp>
        <p:nvSpPr>
          <p:cNvPr id="388" name="Rectangle 388"/>
          <p:cNvSpPr/>
          <p:nvPr/>
        </p:nvSpPr>
        <p:spPr>
          <a:xfrm>
            <a:off x="7276490" y="3117881"/>
            <a:ext cx="157205" cy="3611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8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</a:p>
          <a:p>
            <a:pPr marL="0">
              <a:lnSpc>
                <a:spcPts val="1800"/>
              </a:lnSpc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No</a:t>
            </a:r>
            <a:r>
              <a:rPr lang="en-US" sz="800" b="0" i="0" spc="8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9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  </a:t>
            </a:r>
          </a:p>
        </p:txBody>
      </p:sp>
      <p:sp>
        <p:nvSpPr>
          <p:cNvPr id="389" name="Rectangle 389"/>
          <p:cNvSpPr/>
          <p:nvPr/>
        </p:nvSpPr>
        <p:spPr>
          <a:xfrm>
            <a:off x="381304" y="3724128"/>
            <a:ext cx="2452928" cy="93136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1" i="0" spc="-27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B</a:t>
            </a:r>
            <a:r>
              <a:rPr lang="en-US" sz="800" b="1" i="0" spc="-37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o</a:t>
            </a:r>
            <a:r>
              <a:rPr lang="en-US" sz="800" b="1" i="0" spc="-19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x</a:t>
            </a:r>
            <a:r>
              <a:rPr lang="en-US" sz="800" b="1" i="0" spc="-20" baseline="0" dirty="0">
                <a:solidFill>
                  <a:srgbClr val="081527"/>
                </a:solidFill>
                <a:latin typeface="EYInterstate-Bold"/>
                <a:cs typeface="EYInterstate-Bold"/>
              </a:rPr>
              <a:t> E</a:t>
            </a:r>
          </a:p>
          <a:p>
            <a:pPr marL="119379">
              <a:lnSpc>
                <a:spcPts val="1580"/>
              </a:lnSpc>
              <a:tabLst>
                <a:tab pos="387298" algn="l"/>
              </a:tabLst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A	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On</a:t>
            </a:r>
            <a:r>
              <a:rPr lang="en-US" sz="1212" b="0" i="0" spc="-21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 p</a:t>
            </a:r>
            <a:r>
              <a:rPr lang="en-US" sz="1212" b="0" i="0" spc="-2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og</a:t>
            </a:r>
            <a:r>
              <a:rPr lang="en-US" sz="1212" b="0" i="0" spc="-35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m 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han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g</a:t>
            </a:r>
            <a:r>
              <a:rPr lang="en-US" sz="1212" b="0" i="0" spc="-15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1212" b="0" i="0" spc="-2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21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1212" b="0" i="0" spc="-22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 app</a:t>
            </a:r>
            <a:r>
              <a:rPr lang="en-US" sz="1212" b="0" i="0" spc="-2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22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30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0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l </a:t>
            </a:r>
          </a:p>
          <a:p>
            <a:pPr marL="387299">
              <a:lnSpc>
                <a:spcPts val="1100"/>
              </a:lnSpc>
            </a:pP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om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B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mple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ed i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 p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oduct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 </a:t>
            </a:r>
          </a:p>
          <a:p>
            <a:pPr marL="387299">
              <a:lnSpc>
                <a:spcPts val="1200"/>
              </a:lnSpc>
            </a:pP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vi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onm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,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w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 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uld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th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p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 </a:t>
            </a:r>
          </a:p>
          <a:p>
            <a:pPr marL="387299">
              <a:lnSpc>
                <a:spcPts val="1200"/>
              </a:lnSpc>
            </a:pP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nsu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th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at a</a:t>
            </a:r>
            <a:r>
              <a:rPr lang="en-US" sz="800" b="0" i="0" spc="-2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u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au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hori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z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ed ch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ng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n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 </a:t>
            </a:r>
          </a:p>
          <a:p>
            <a:pPr marL="387299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odu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 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ov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ed p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3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od</a:t>
            </a:r>
            <a:r>
              <a:rPr lang="en-US" sz="800" b="0" i="0" spc="-5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e?</a:t>
            </a:r>
          </a:p>
        </p:txBody>
      </p:sp>
      <p:sp>
        <p:nvSpPr>
          <p:cNvPr id="390" name="Rectangle 390"/>
          <p:cNvSpPr/>
          <p:nvPr/>
        </p:nvSpPr>
        <p:spPr>
          <a:xfrm>
            <a:off x="3021076" y="3913307"/>
            <a:ext cx="4412620" cy="5516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 is impo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su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the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om</a:t>
            </a:r>
            <a:r>
              <a:rPr lang="en-US" sz="800" b="0" i="0" spc="-1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 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19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en 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 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id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du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in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g </a:t>
            </a:r>
          </a:p>
          <a:p>
            <a:pPr marL="0">
              <a:lnSpc>
                <a:spcPts val="1500"/>
              </a:lnSpc>
              <a:tabLst>
                <a:tab pos="4255414" algn="l"/>
              </a:tabLst>
            </a:pP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unautho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z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ang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 th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p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og</a:t>
            </a:r>
            <a:r>
              <a:rPr lang="en-US" sz="800" b="0" i="0" spc="-3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 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ode app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ov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ed </a:t>
            </a:r>
            <a:r>
              <a:rPr lang="en-US" sz="800" b="0" i="0" spc="-2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or i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pleme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.	</a:t>
            </a:r>
            <a:r>
              <a:rPr lang="en-US" sz="1212" b="0" i="0" spc="-81" baseline="-3750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1212" b="0" i="0" spc="-7" baseline="-3750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</a:p>
          <a:p>
            <a:pPr marL="4255414">
              <a:lnSpc>
                <a:spcPts val="1800"/>
              </a:lnSpc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No</a:t>
            </a:r>
          </a:p>
        </p:txBody>
      </p:sp>
      <p:sp>
        <p:nvSpPr>
          <p:cNvPr id="391" name="Rectangle 391"/>
          <p:cNvSpPr/>
          <p:nvPr/>
        </p:nvSpPr>
        <p:spPr>
          <a:xfrm>
            <a:off x="502615" y="4705787"/>
            <a:ext cx="2017511" cy="2849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66090" algn="l"/>
              </a:tabLst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B	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22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w 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2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 c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ha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ng</a:t>
            </a:r>
            <a:r>
              <a:rPr lang="en-US" sz="1212" b="0" i="0" spc="-15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s imp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le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me</a:t>
            </a:r>
            <a:r>
              <a:rPr lang="en-US" sz="1212" b="0" i="0" spc="-12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212" b="0" i="0" spc="-23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ed 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1212" b="0" i="0" spc="-12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212" b="0" i="0" spc="-23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 th</a:t>
            </a:r>
            <a:r>
              <a:rPr lang="en-US" sz="1212" b="0" i="0" spc="0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</a:p>
          <a:p>
            <a:pPr marL="266090">
              <a:lnSpc>
                <a:spcPts val="1100"/>
              </a:lnSpc>
            </a:pP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uction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nd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 who</a:t>
            </a:r>
            <a:r>
              <a:rPr lang="en-US" sz="800" b="0" i="0" spc="-5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m?</a:t>
            </a:r>
          </a:p>
        </p:txBody>
      </p:sp>
      <p:sp>
        <p:nvSpPr>
          <p:cNvPr id="392" name="Rectangle 392"/>
          <p:cNvSpPr/>
          <p:nvPr/>
        </p:nvSpPr>
        <p:spPr>
          <a:xfrm>
            <a:off x="3021177" y="4705787"/>
            <a:ext cx="4073621" cy="5897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89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 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oid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nau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ri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z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ed ch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ng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being i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odu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ed,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he p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 i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plem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ng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i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 </a:t>
            </a:r>
          </a:p>
          <a:p>
            <a:pPr marL="0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uction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ul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be </a:t>
            </a:r>
            <a:r>
              <a:rPr lang="en-US" sz="800" b="0" i="0" spc="-1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g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eg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ed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nd per</a:t>
            </a:r>
            <a:r>
              <a:rPr lang="en-US" sz="800" b="0" i="0" spc="-2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rmed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b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 a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im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ed nu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ber 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f 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z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 </a:t>
            </a:r>
          </a:p>
          <a:p>
            <a:pPr marL="0">
              <a:lnSpc>
                <a:spcPts val="1200"/>
              </a:lnSpc>
            </a:pP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po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pe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nnel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do n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 h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the ab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 ch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nge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he 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od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.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1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he p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es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m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b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</a:p>
          <a:p>
            <a:pPr marL="0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au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oma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,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3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ai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ddition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is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the 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on do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n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rk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i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d.</a:t>
            </a:r>
          </a:p>
        </p:txBody>
      </p:sp>
      <p:sp>
        <p:nvSpPr>
          <p:cNvPr id="393" name="Rectangle 393"/>
          <p:cNvSpPr/>
          <p:nvPr/>
        </p:nvSpPr>
        <p:spPr>
          <a:xfrm>
            <a:off x="7276592" y="4820087"/>
            <a:ext cx="157205" cy="3611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81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7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es</a:t>
            </a:r>
          </a:p>
          <a:p>
            <a:pPr marL="0">
              <a:lnSpc>
                <a:spcPts val="1800"/>
              </a:lnSpc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Light"/>
                <a:cs typeface="EYInterstate-Light"/>
              </a:rPr>
              <a:t>No</a:t>
            </a:r>
          </a:p>
        </p:txBody>
      </p:sp>
      <p:sp>
        <p:nvSpPr>
          <p:cNvPr id="394" name="Rectangle 394"/>
          <p:cNvSpPr/>
          <p:nvPr/>
        </p:nvSpPr>
        <p:spPr>
          <a:xfrm>
            <a:off x="503732" y="5345822"/>
            <a:ext cx="2362526" cy="2849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65074" algn="l"/>
              </a:tabLst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C	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1212" b="0" i="0" spc="-22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w ma</a:t>
            </a:r>
            <a:r>
              <a:rPr lang="en-US" sz="1212" b="0" i="0" spc="-26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y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in</a:t>
            </a:r>
            <a:r>
              <a:rPr lang="en-US" sz="1212" b="0" i="0" spc="-16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212" b="0" i="0" spc="-20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212" b="0" i="0" spc="-21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15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12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706" b="0" i="0" spc="-4" baseline="78636" dirty="0">
                <a:solidFill>
                  <a:srgbClr val="231F20"/>
                </a:solidFill>
                <a:latin typeface="EYInterstate-Light"/>
                <a:cs typeface="EYInterstate-Light"/>
              </a:rPr>
              <a:t>4</a:t>
            </a:r>
            <a:r>
              <a:rPr lang="en-US" sz="1212" b="0" i="0" spc="-8" baseline="12545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20" baseline="12545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212" b="0" i="0" spc="-8" baseline="12545" dirty="0">
                <a:solidFill>
                  <a:srgbClr val="231F20"/>
                </a:solidFill>
                <a:latin typeface="EYInterstate-Light"/>
                <a:cs typeface="EYInterstate-Light"/>
              </a:rPr>
              <a:t>f th</a:t>
            </a:r>
            <a:r>
              <a:rPr lang="en-US" sz="1212" b="0" i="0" spc="-7" baseline="12545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8" baseline="12545" dirty="0">
                <a:solidFill>
                  <a:srgbClr val="231F20"/>
                </a:solidFill>
                <a:latin typeface="EYInterstate-Light"/>
                <a:cs typeface="EYInterstate-Light"/>
              </a:rPr>
              <a:t> IT</a:t>
            </a:r>
            <a:r>
              <a:rPr lang="en-US" sz="1212" b="0" i="0" spc="-7" baseline="12545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212" b="0" i="0" spc="-8" baseline="12545" dirty="0">
                <a:solidFill>
                  <a:srgbClr val="231F20"/>
                </a:solidFill>
                <a:latin typeface="EYInterstate-Light"/>
                <a:cs typeface="EYInterstate-Light"/>
              </a:rPr>
              <a:t>app</a:t>
            </a:r>
            <a:r>
              <a:rPr lang="en-US" sz="1212" b="0" i="0" spc="-7" baseline="12545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1212" b="0" i="0" spc="-8" baseline="12545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1212" b="0" i="0" spc="-21" baseline="12545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8" baseline="12545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7" baseline="12545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8" baseline="12545" dirty="0">
                <a:solidFill>
                  <a:srgbClr val="231F20"/>
                </a:solidFill>
                <a:latin typeface="EYInterstate-Light"/>
                <a:cs typeface="EYInterstate-Light"/>
              </a:rPr>
              <a:t>ion </a:t>
            </a:r>
            <a:r>
              <a:rPr lang="en-US" sz="1212" b="0" i="0" spc="-29" baseline="12545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8" baseline="12545" dirty="0">
                <a:solidFill>
                  <a:srgbClr val="231F20"/>
                </a:solidFill>
                <a:latin typeface="EYInterstate-Light"/>
                <a:cs typeface="EYInterstate-Light"/>
              </a:rPr>
              <a:t>x</a:t>
            </a:r>
            <a:r>
              <a:rPr lang="en-US" sz="1212" b="0" i="0" spc="-7" baseline="12545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1212" b="0" i="0" spc="-15" baseline="12545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212" b="0" i="0" spc="0" baseline="12545" dirty="0">
                <a:solidFill>
                  <a:srgbClr val="231F20"/>
                </a:solidFill>
                <a:latin typeface="EYInterstate-Light"/>
                <a:cs typeface="EYInterstate-Light"/>
              </a:rPr>
              <a:t>t </a:t>
            </a:r>
          </a:p>
          <a:p>
            <a:pPr marL="264587">
              <a:lnSpc>
                <a:spcPts val="1100"/>
              </a:lnSpc>
            </a:pP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in 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p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vi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nm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? </a:t>
            </a:r>
          </a:p>
        </p:txBody>
      </p:sp>
      <p:sp>
        <p:nvSpPr>
          <p:cNvPr id="395" name="Rectangle 395"/>
          <p:cNvSpPr/>
          <p:nvPr/>
        </p:nvSpPr>
        <p:spPr>
          <a:xfrm>
            <a:off x="3020792" y="5345822"/>
            <a:ext cx="4070238" cy="4373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1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his qu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ti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on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po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un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if the 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om</a:t>
            </a:r>
            <a:r>
              <a:rPr lang="en-US" sz="800" b="0" i="0" spc="-1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mo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an 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(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1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) 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an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f </a:t>
            </a:r>
          </a:p>
          <a:p>
            <a:pPr marL="0">
              <a:lnSpc>
                <a:spcPts val="1200"/>
              </a:lnSpc>
            </a:pP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ame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ap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pl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tion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d</a:t>
            </a:r>
            <a:r>
              <a:rPr lang="en-US" sz="800" b="0" i="0" spc="-1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if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he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i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a 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k 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at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he upd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ed 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n</a:t>
            </a:r>
            <a:r>
              <a:rPr lang="en-US" sz="800" b="0" i="0" spc="-1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dep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2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 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 </a:t>
            </a:r>
          </a:p>
          <a:p>
            <a:pPr marL="0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all the p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ion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in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an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s.</a:t>
            </a:r>
          </a:p>
        </p:txBody>
      </p:sp>
      <p:sp>
        <p:nvSpPr>
          <p:cNvPr id="396" name="Rectangle 396"/>
          <p:cNvSpPr/>
          <p:nvPr/>
        </p:nvSpPr>
        <p:spPr>
          <a:xfrm>
            <a:off x="502027" y="5858901"/>
            <a:ext cx="2197933" cy="58978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266293" algn="l"/>
              </a:tabLst>
            </a:pPr>
            <a:r>
              <a:rPr lang="en-US" sz="800" b="0" i="0" spc="0" baseline="0" dirty="0">
                <a:solidFill>
                  <a:srgbClr val="081527"/>
                </a:solidFill>
                <a:latin typeface="EYInterstate-Regular"/>
                <a:cs typeface="EYInterstate-Regular"/>
              </a:rPr>
              <a:t>D	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If mo</a:t>
            </a:r>
            <a:r>
              <a:rPr lang="en-US" sz="1212" b="0" i="0" spc="-2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 th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n one in</a:t>
            </a:r>
            <a:r>
              <a:rPr lang="en-US" sz="1212" b="0" i="0" spc="-15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212" b="0" i="0" spc="-19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212" b="0" i="0" spc="-7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212" b="0" i="0" spc="-21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212" b="0" i="0" spc="-8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1212" b="0" i="0" spc="-20" baseline="12500" dirty="0">
                <a:solidFill>
                  <a:srgbClr val="231F20"/>
                </a:solidFill>
                <a:latin typeface="EYInterstate-Light"/>
                <a:cs typeface="EYInterstate-Light"/>
              </a:rPr>
              <a:t>of</a:t>
            </a:r>
          </a:p>
          <a:p>
            <a:pPr marL="266293">
              <a:lnSpc>
                <a:spcPts val="1100"/>
              </a:lnSpc>
            </a:pP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IT ap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li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on </a:t>
            </a:r>
            <a:r>
              <a:rPr lang="en-US" sz="800" b="0" i="0" spc="-29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xi</a:t>
            </a:r>
            <a:r>
              <a:rPr lang="en-US" sz="800" b="0" i="0" spc="-1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1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1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,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hen h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w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</a:p>
          <a:p>
            <a:pPr marL="266293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impleme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ma</a:t>
            </a:r>
            <a:r>
              <a:rPr lang="en-US" sz="800" b="0" i="0" spc="-2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 in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i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</a:p>
          <a:p>
            <a:pPr marL="266293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upda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ed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la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og</a:t>
            </a:r>
            <a:r>
              <a:rPr lang="en-US" sz="800" b="0" i="0" spc="-3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ch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ng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4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s?</a:t>
            </a:r>
          </a:p>
        </p:txBody>
      </p:sp>
      <p:sp>
        <p:nvSpPr>
          <p:cNvPr id="397" name="Rectangle 397"/>
          <p:cNvSpPr/>
          <p:nvPr/>
        </p:nvSpPr>
        <p:spPr>
          <a:xfrm>
            <a:off x="3020792" y="5858901"/>
            <a:ext cx="3941297" cy="43738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/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If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mo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han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19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the 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ame app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on </a:t>
            </a:r>
            <a:r>
              <a:rPr lang="en-US" sz="800" b="0" i="0" spc="-29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xi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1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1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, i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4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’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ery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mpo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 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w </a:t>
            </a:r>
          </a:p>
          <a:p>
            <a:pPr marL="0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what 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th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1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 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k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s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ang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nd up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 the 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3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w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</a:t>
            </a:r>
            <a:r>
              <a:rPr lang="en-US" sz="800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</a:p>
          <a:p>
            <a:pPr marL="0">
              <a:lnSpc>
                <a:spcPts val="1200"/>
              </a:lnSpc>
            </a:pP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impleme</a:t>
            </a:r>
            <a:r>
              <a:rPr lang="en-US" sz="8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 </a:t>
            </a:r>
            <a:r>
              <a:rPr lang="en-US" sz="800" b="0" i="0" spc="-2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 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8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 the in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8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800" b="0" i="0" spc="-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an</a:t>
            </a:r>
            <a:r>
              <a:rPr lang="en-US" sz="8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800" b="0" i="0" spc="-1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800" b="0" i="0" spc="-1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s.</a:t>
            </a:r>
          </a:p>
        </p:txBody>
      </p:sp>
      <p:sp>
        <p:nvSpPr>
          <p:cNvPr id="398" name="Rectangle 398"/>
          <p:cNvSpPr/>
          <p:nvPr/>
        </p:nvSpPr>
        <p:spPr>
          <a:xfrm>
            <a:off x="355600" y="6551030"/>
            <a:ext cx="7266846" cy="68753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>
              <a:tabLst>
                <a:tab pos="107986" algn="l"/>
              </a:tabLst>
            </a:pPr>
            <a:r>
              <a:rPr lang="en-US" sz="408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1	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Mach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ne l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ng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g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he lan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g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ua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g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e t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t </a:t>
            </a:r>
            <a:r>
              <a:rPr lang="en-US" sz="1060" b="0" i="0" spc="-18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om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pu</a:t>
            </a:r>
            <a:r>
              <a:rPr lang="en-US" sz="1060" b="0" i="0" spc="-20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20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1060" b="0" i="0" spc="-13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060" b="0" i="0" spc="-20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o </a:t>
            </a:r>
            <a:r>
              <a:rPr lang="en-US" sz="1060" b="0" i="0" spc="-18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rr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y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ou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t i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060" b="0" i="0" spc="-14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uc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tio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060" b="0" i="0" spc="-15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. 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1060" b="0" i="0" spc="-13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060" b="0" i="0" spc="-41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’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s th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 l</a:t>
            </a:r>
            <a:r>
              <a:rPr lang="en-US" sz="1060" b="0" i="0" spc="-19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ow</a:t>
            </a:r>
            <a:r>
              <a:rPr lang="en-US" sz="1060" b="0" i="0" spc="-13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es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 l</a:t>
            </a:r>
            <a:r>
              <a:rPr lang="en-US" sz="1060" b="0" i="0" spc="-20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19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060" b="0" i="0" spc="-1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f 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1060" b="0" i="0" spc="-24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og</a:t>
            </a:r>
            <a:r>
              <a:rPr lang="en-US" sz="1060" b="0" i="0" spc="-31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am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mi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g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g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g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e an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 is m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de u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060" b="0" i="0" spc="-1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 b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na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y nu</a:t>
            </a:r>
            <a:r>
              <a:rPr lang="en-US" sz="1060" b="0" i="0" spc="-6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1060" b="0" i="0" spc="-7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be</a:t>
            </a:r>
            <a:r>
              <a:rPr lang="en-US" sz="1060" b="0" i="0" spc="-20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15" baseline="-33300" dirty="0">
                <a:solidFill>
                  <a:srgbClr val="231F20"/>
                </a:solidFill>
                <a:latin typeface="EYInterstate-Light"/>
                <a:cs typeface="EYInterstate-Light"/>
              </a:rPr>
              <a:t>s.</a:t>
            </a:r>
          </a:p>
          <a:p>
            <a:pPr marL="0">
              <a:lnSpc>
                <a:spcPts val="899"/>
              </a:lnSpc>
              <a:tabLst>
                <a:tab pos="107986" algn="l"/>
              </a:tabLst>
            </a:pPr>
            <a:r>
              <a:rPr lang="en-US" sz="408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2	</a:t>
            </a:r>
            <a:r>
              <a:rPr lang="en-US" sz="1060" b="0" i="0" spc="-12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ou</a:t>
            </a:r>
            <a:r>
              <a:rPr lang="en-US" sz="1060" b="0" i="0" spc="-24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18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060" b="0" i="0" spc="-18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od</a:t>
            </a:r>
            <a:r>
              <a:rPr lang="en-US" sz="1060" b="0" i="0" spc="-24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, or 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im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y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060" b="0" i="0" spc="-18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ode or </a:t>
            </a:r>
            <a:r>
              <a:rPr lang="en-US" sz="1060" b="0" i="0" spc="-13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ou</a:t>
            </a:r>
            <a:r>
              <a:rPr lang="en-US" sz="1060" b="0" i="0" spc="-24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18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060" b="0" i="0" spc="-24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,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 i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 a 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060" b="0" i="0" spc="-21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060" b="0" i="0" spc="-25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x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t </a:t>
            </a:r>
            <a:r>
              <a:rPr lang="en-US" sz="1060" b="0" i="0" spc="-18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om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pu</a:t>
            </a:r>
            <a:r>
              <a:rPr lang="en-US" sz="1060" b="0" i="0" spc="-20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1060" b="0" i="0" spc="-24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g</a:t>
            </a:r>
            <a:r>
              <a:rPr lang="en-US" sz="1060" b="0" i="0" spc="-31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m 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w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ri</a:t>
            </a:r>
            <a:r>
              <a:rPr lang="en-US" sz="1060" b="0" i="0" spc="-1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060" b="0" i="0" spc="-21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n 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n 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1060" b="0" i="0" spc="-24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og</a:t>
            </a:r>
            <a:r>
              <a:rPr lang="en-US" sz="1060" b="0" i="0" spc="-31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mi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g 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an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gu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age su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h as 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J</a:t>
            </a:r>
            <a:r>
              <a:rPr lang="en-US" sz="1060" b="0" i="0" spc="-1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060" b="0" i="0" spc="-2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 o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yt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on. 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t 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 d</a:t>
            </a:r>
            <a:r>
              <a:rPr lang="en-US" sz="1060" b="0" i="0" spc="-13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sig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ed </a:t>
            </a:r>
            <a:r>
              <a:rPr lang="en-US" sz="1060" b="0" i="0" spc="-20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 b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 human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-</a:t>
            </a:r>
            <a:r>
              <a:rPr lang="en-US" sz="1060" b="0" i="0" spc="-24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11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ab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 and </a:t>
            </a:r>
            <a:r>
              <a:rPr lang="en-US" sz="1060" b="0" i="0" spc="-22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060" b="0" i="0" spc="-1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060" b="0" i="0" spc="-20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0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d </a:t>
            </a:r>
          </a:p>
          <a:p>
            <a:pPr marL="107986">
              <a:lnSpc>
                <a:spcPts val="900"/>
              </a:lnSpc>
            </a:pP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 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 </a:t>
            </a:r>
            <a:r>
              <a:rPr lang="en-US" sz="700" b="0" i="0" spc="-3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w</a:t>
            </a:r>
            <a:r>
              <a:rPr lang="en-US" sz="700" b="0" i="0" spc="-1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 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hat d</a:t>
            </a:r>
            <a:r>
              <a:rPr lang="en-US" sz="700" b="0" i="0" spc="-2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19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lope</a:t>
            </a:r>
            <a:r>
              <a:rPr lang="en-US" sz="7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an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1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er u</a:t>
            </a:r>
            <a:r>
              <a:rPr lang="en-US" sz="700" b="0" i="0" spc="-1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700" b="0" i="0" spc="-1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 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de</a:t>
            </a:r>
            <a:r>
              <a:rPr lang="en-US" sz="7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1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700" b="0" i="0" spc="-1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.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W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at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25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1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x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mp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700" b="0" i="0" spc="-1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4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? 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in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cl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ud</a:t>
            </a:r>
            <a:r>
              <a:rPr lang="en-US" sz="7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e.</a:t>
            </a:r>
          </a:p>
          <a:p>
            <a:pPr marL="0">
              <a:lnSpc>
                <a:spcPts val="899"/>
              </a:lnSpc>
              <a:tabLst>
                <a:tab pos="107986" algn="l"/>
              </a:tabLst>
            </a:pPr>
            <a:r>
              <a:rPr lang="en-US" sz="408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3	</a:t>
            </a:r>
            <a:r>
              <a:rPr lang="en-US" sz="1060" b="0" i="0" spc="-12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g</a:t>
            </a:r>
            <a:r>
              <a:rPr lang="en-US" sz="1060" b="0" i="0" spc="-24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gati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n </a:t>
            </a:r>
            <a:r>
              <a:rPr lang="en-US" sz="1060" b="0" i="0" spc="-1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f 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ut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1060" b="0" i="0" spc="-13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1060" b="0" i="0" spc="-18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(</a:t>
            </a:r>
            <a:r>
              <a:rPr lang="en-US" sz="1060" b="0" i="0" spc="-12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060" b="0" i="0" spc="-24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) is a 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1060" b="0" i="0" spc="-24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060" b="0" i="0" spc="-18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060" b="0" i="0" spc="-13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es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t </a:t>
            </a:r>
            <a:r>
              <a:rPr lang="en-US" sz="1060" b="0" i="0" spc="-13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12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060" b="0" i="0" spc="-31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060" b="0" i="0" spc="-20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060" b="0" i="0" spc="-13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1060" b="0" i="0" spc="-1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as</a:t>
            </a:r>
            <a:r>
              <a:rPr lang="en-US" sz="1060" b="0" i="0" spc="-1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k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 </a:t>
            </a:r>
            <a:r>
              <a:rPr lang="en-US" sz="1060" b="0" i="0" spc="-13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 t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at 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 on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 pe</a:t>
            </a:r>
            <a:r>
              <a:rPr lang="en-US" sz="1060" b="0" i="0" spc="-20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13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060" b="0" i="0" spc="-18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1060" b="0" i="0" spc="-12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20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1060" b="0" i="0" spc="-18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060" b="0" i="0" spc="-10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060" b="0" i="0" spc="-24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, 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wh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ich </a:t>
            </a:r>
            <a:r>
              <a:rPr lang="en-US" sz="1060" b="0" i="0" spc="-18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 l</a:t>
            </a:r>
            <a:r>
              <a:rPr lang="en-US" sz="1060" b="0" i="0" spc="-11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060" b="0" i="0" spc="-20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 er</a:t>
            </a:r>
            <a:r>
              <a:rPr lang="en-US" sz="1060" b="0" i="0" spc="-24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060" b="0" i="0" spc="-20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 or f</a:t>
            </a:r>
            <a:r>
              <a:rPr lang="en-US" sz="1060" b="0" i="0" spc="-31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d. I</a:t>
            </a:r>
            <a:r>
              <a:rPr lang="en-US" sz="1060" b="0" i="0" spc="-13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060" b="0" i="0" spc="-41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’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 a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1060" b="0" i="0" spc="-14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 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k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060" b="0" i="0" spc="-19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w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n as </a:t>
            </a:r>
            <a:r>
              <a:rPr lang="en-US" sz="1060" b="0" i="0" spc="-13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12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060" b="0" i="0" spc="-31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ion </a:t>
            </a:r>
            <a:r>
              <a:rPr lang="en-US" sz="1060" b="0" i="0" spc="-1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f dut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1060" b="0" i="0" spc="-13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15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s.</a:t>
            </a:r>
          </a:p>
          <a:p>
            <a:pPr marL="0">
              <a:lnSpc>
                <a:spcPts val="900"/>
              </a:lnSpc>
              <a:tabLst>
                <a:tab pos="107986" algn="l"/>
              </a:tabLst>
            </a:pPr>
            <a:r>
              <a:rPr lang="en-US" sz="408" b="0" i="0" spc="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4	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“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060" b="0" i="0" spc="-13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060" b="0" i="0" spc="-1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an</a:t>
            </a:r>
            <a:r>
              <a:rPr lang="en-US" sz="1060" b="0" i="0" spc="-18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060" b="0" i="0" spc="-13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060" b="0" i="0" spc="-1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f 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1060" b="0" i="0" spc="-24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oductio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060" b="0" i="0" spc="-18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 on mu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ip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1060" b="0" i="0" spc="-13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19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20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21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”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060" b="0" i="0" spc="-24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10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22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20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060" b="0" i="0" spc="-20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 a </a:t>
            </a:r>
            <a:r>
              <a:rPr lang="en-US" sz="1060" b="0" i="0" spc="-13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060" b="0" i="0" spc="-18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en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ar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io 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w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he</a:t>
            </a:r>
            <a:r>
              <a:rPr lang="en-US" sz="1060" b="0" i="0" spc="-24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 t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h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 </a:t>
            </a:r>
            <a:r>
              <a:rPr lang="en-US" sz="1060" b="0" i="0" spc="-10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am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 app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1060" b="0" i="0" spc="-18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at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on </a:t>
            </a:r>
            <a:r>
              <a:rPr lang="en-US" sz="1060" b="0" i="0" spc="-18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od</a:t>
            </a:r>
            <a:r>
              <a:rPr lang="en-US" sz="1060" b="0" i="0" spc="-24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, </a:t>
            </a:r>
            <a:r>
              <a:rPr lang="en-US" sz="1060" b="0" i="0" spc="-18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on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24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ed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 “p</a:t>
            </a:r>
            <a:r>
              <a:rPr lang="en-US" sz="1060" b="0" i="0" spc="-24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od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ct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on-</a:t>
            </a:r>
            <a:r>
              <a:rPr lang="en-US" sz="1060" b="0" i="0" spc="-24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11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1060" b="0" i="0" spc="-59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y</a:t>
            </a:r>
            <a:r>
              <a:rPr lang="en-US" sz="1060" b="0" i="0" spc="-41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,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”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 de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1060" b="0" i="0" spc="-22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1060" b="0" i="0" spc="-21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y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ed 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nd r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u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in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g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 o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1060" b="0" i="0" spc="-13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1060" b="0" i="0" spc="-20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19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31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al di</a:t>
            </a:r>
            <a:r>
              <a:rPr lang="en-US" sz="1060" b="0" i="0" spc="-1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1060" b="0" i="0" spc="-22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1060" b="0" i="0" spc="-7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24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1060" b="0" i="0" spc="-6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1060" b="0" i="0" spc="-10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1060" b="0" i="0" spc="0" baseline="-33299" dirty="0">
                <a:solidFill>
                  <a:srgbClr val="231F20"/>
                </a:solidFill>
                <a:latin typeface="EYInterstate-Light"/>
                <a:cs typeface="EYInterstate-Light"/>
              </a:rPr>
              <a:t>t </a:t>
            </a:r>
          </a:p>
          <a:p>
            <a:pPr marL="107986">
              <a:lnSpc>
                <a:spcPts val="900"/>
              </a:lnSpc>
            </a:pPr>
            <a:r>
              <a:rPr lang="en-US" sz="700" b="0" i="0" spc="-1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19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si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m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ul</a:t>
            </a:r>
            <a:r>
              <a:rPr lang="en-US" sz="700" b="0" i="0" spc="-1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an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ous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700" b="0" i="0" spc="-59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, al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700" b="0" i="0" spc="-19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wi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ng </a:t>
            </a:r>
            <a:r>
              <a:rPr lang="en-US" sz="700" b="0" i="0" spc="-2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f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or 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in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7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11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1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ed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18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p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ac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</a:t>
            </a:r>
            <a:r>
              <a:rPr lang="en-US" sz="7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59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,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ed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un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da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7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y 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d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l</a:t>
            </a:r>
            <a:r>
              <a:rPr lang="en-US" sz="700" b="0" i="0" spc="-1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ad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12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b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a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n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in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g a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c</a:t>
            </a:r>
            <a:r>
              <a:rPr lang="en-US" sz="700" b="0" i="0" spc="-2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13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os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 th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 </a:t>
            </a:r>
            <a:r>
              <a:rPr lang="en-US" sz="700" b="0" i="0" spc="-1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</a:t>
            </a:r>
            <a:r>
              <a:rPr lang="en-US" sz="700" b="0" i="0" spc="-19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v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7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 c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lu</a:t>
            </a:r>
            <a:r>
              <a:rPr lang="en-US" sz="700" b="0" i="0" spc="-1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s</a:t>
            </a:r>
            <a:r>
              <a:rPr lang="en-US" sz="700" b="0" i="0" spc="-20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t</a:t>
            </a:r>
            <a:r>
              <a:rPr lang="en-US" sz="700" b="0" i="0" spc="-6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e</a:t>
            </a:r>
            <a:r>
              <a:rPr lang="en-US" sz="700" b="0" i="0" spc="-94" baseline="0" dirty="0">
                <a:solidFill>
                  <a:srgbClr val="231F20"/>
                </a:solidFill>
                <a:latin typeface="EYInterstate-Light"/>
                <a:cs typeface="EYInterstate-Light"/>
              </a:rPr>
              <a:t>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noFill/>
        <a:pattFill/>
        <a:grpFill/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2282</Words>
  <Application>Microsoft Macintosh PowerPoint</Application>
  <PresentationFormat>Custom</PresentationFormat>
  <Paragraphs>221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EYInterstate-Regular</vt:lpstr>
      <vt:lpstr>EYInterstate-Bold</vt:lpstr>
      <vt:lpstr>EYInterstate-Light</vt:lpstr>
      <vt:lpstr>EYInterstate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Tran, Tammy</cp:lastModifiedBy>
  <cp:revision>1</cp:revision>
  <dcterms:modified xsi:type="dcterms:W3CDTF">2025-12-17T12:49:20Z</dcterms:modified>
</cp:coreProperties>
</file>